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8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2862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6406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8554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094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07970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2810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1822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2147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2409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0964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3581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E845E-B110-4F3E-82A3-38A4A7CC4438}" type="datetimeFigureOut">
              <a:rPr lang="es-419" smtClean="0"/>
              <a:t>18/9/2025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FE0F9-53BF-4D44-A52E-C206B35507E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7725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3C15F2-158E-483A-BD69-7A5BE28DC8C1}"/>
              </a:ext>
            </a:extLst>
          </p:cNvPr>
          <p:cNvSpPr/>
          <p:nvPr/>
        </p:nvSpPr>
        <p:spPr>
          <a:xfrm>
            <a:off x="886327" y="4443663"/>
            <a:ext cx="5085346" cy="283945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62560" tIns="81280" rIns="162560" bIns="81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419" sz="3200"/>
          </a:p>
        </p:txBody>
      </p:sp>
    </p:spTree>
    <p:extLst>
      <p:ext uri="{BB962C8B-B14F-4D97-AF65-F5344CB8AC3E}">
        <p14:creationId xmlns:p14="http://schemas.microsoft.com/office/powerpoint/2010/main" val="2489598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</dc:creator>
  <cp:lastModifiedBy>Jaime</cp:lastModifiedBy>
  <cp:revision>3</cp:revision>
  <dcterms:created xsi:type="dcterms:W3CDTF">2025-09-18T18:35:00Z</dcterms:created>
  <dcterms:modified xsi:type="dcterms:W3CDTF">2025-09-19T16:29:24Z</dcterms:modified>
</cp:coreProperties>
</file>
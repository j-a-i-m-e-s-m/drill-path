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10" d="100"/>
          <a:sy n="110" d="100"/>
        </p:scale>
        <p:origin x="5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31555-F1C0-470E-94F3-EAB569CB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A13912-ADF3-49FE-A747-A63868898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CE195-AF23-40D3-971B-F0B99EA5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E315A-235F-47CB-9B0F-D46A1D55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E48E32-3783-4316-9246-C2EB703A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574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AA34F-3671-45B3-A8A0-4036F469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438E-B290-4334-B492-E5BEACCF4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94981D-BE16-44B8-9496-A8ADCF47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B1965-A14E-47D3-93C9-6BE24338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4D155-802B-4492-966F-26C72C4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745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96FDC-CC73-46FC-8C12-96EC733A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87590-6B02-4456-AAC2-D3C17AA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19D21-3BDA-4C10-9FE9-ACFC1834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0F58A-FA2D-4C30-A7A0-D77523E7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C83AAB-3340-4907-B640-F4D0849A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993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46CD6-5405-4A72-AB23-5B1C35F5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DC09B-D32B-489E-997B-DB658197A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8431D-7628-43C3-B47D-E7E6E4A9E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FB0CC5-6940-45FD-8750-643FD4F9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C51ED3-D8C7-41F7-902E-5CF297E0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44910-A809-46D8-8581-0F8200EA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7496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6E66E-F347-487B-9EBF-CB659B84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CD7966-4B9B-468A-8DD7-71F2CB7F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93C3B1-9968-4F6F-B973-9BFAA9D6F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84B1BC-A2B3-4820-B39B-872A49D0E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DBAD1C-0310-4CB6-AAA0-8CC3FFA64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614592-EC25-4182-AAD8-96B447A9C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AFF188F-8249-4537-BB96-3883C125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39028F-74C2-4FD6-B7FC-96AB3B97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8739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2D621-CA93-4AA5-9E95-30985B4A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836A41-FE66-406A-8056-A2A8DF27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4DDDAB-6211-4451-8D9F-AF3D69FC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E9E1B-A215-4DCF-8A5C-1E23CAD8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50278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25B648-B6A1-4F41-926A-49C46F4B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6CC9D2-FC8F-400E-90E2-1C97C4AC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23CBC3-9CB6-4411-8F82-CFE9B328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2013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60F69-C11A-454B-A6B8-02A7C1C4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900E5-E200-407A-A78E-F770958E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40685C-D413-4643-B404-ECAF64F8A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9FC914-DEA0-4ABD-A962-C0BE5A7E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EFF65-2FD4-4650-81D7-668B646B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EAA5F-51DA-4F87-BDA1-9566BFB2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12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16EB3-08C9-4C36-B536-CA6E308B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CDD65D-7BB0-4310-8AFA-6280C6879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C4A2B8-2664-4403-8551-5ACD0319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43E127-84E0-4383-B220-CCAC30B0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63B9BD-6BCD-4325-B499-FBF246B2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216578-71D6-4DD1-8364-29771DE3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1740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EB82B-C3E4-4616-B67F-5BFCE14A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076899-28CD-4167-927D-AA073418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3AE60-B42A-40CB-99C2-FB4C945E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698D96-89DE-4A63-8BEC-B3E952E1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F0074F-B768-44F4-BD44-93E4E7F7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163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6B853-C05D-454F-94E1-05A166A8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47E56-3998-4D2D-9039-EFABC7C4A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B6ABC-D6F0-4E7C-8DB9-717F487C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47E2C-FC8C-4084-A5A8-80F0DCA5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CEA51-1885-4950-87A5-1B62E262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5136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6002D6-FE39-48A3-8350-99996DFB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F9629-C2D7-4A0C-80BB-3C4A0EA2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FF2DCC-A7E5-4997-8E4B-155ACD72E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53C17-4F2D-4F73-9A9F-B0482B31BB62}" type="datetimeFigureOut">
              <a:rPr lang="es-419" smtClean="0"/>
              <a:t>26/3/2025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9B812-038A-49DE-8E22-CF165112D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4749F-F143-490D-ABB8-BF2886C5E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754A-7DF7-432E-B680-18D09EBE805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2275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244D06-7820-4E3B-96AC-5518D78FD5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44D2BC7-1DFF-4BAD-A0AB-B0909A9C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39"/>
            <a:ext cx="12192000" cy="628342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5F54406-DACE-42CB-AFF4-ACC2C99864E0}"/>
              </a:ext>
            </a:extLst>
          </p:cNvPr>
          <p:cNvSpPr/>
          <p:nvPr/>
        </p:nvSpPr>
        <p:spPr>
          <a:xfrm>
            <a:off x="59268" y="4658098"/>
            <a:ext cx="1905000" cy="10055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FB65ABE-B265-4EA4-A386-BE5A415091BE}"/>
              </a:ext>
            </a:extLst>
          </p:cNvPr>
          <p:cNvCxnSpPr>
            <a:cxnSpLocks/>
          </p:cNvCxnSpPr>
          <p:nvPr/>
        </p:nvCxnSpPr>
        <p:spPr>
          <a:xfrm>
            <a:off x="1964268" y="5234615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211ADF6-3F22-440E-8900-F9495B24581C}"/>
              </a:ext>
            </a:extLst>
          </p:cNvPr>
          <p:cNvSpPr txBox="1"/>
          <p:nvPr/>
        </p:nvSpPr>
        <p:spPr>
          <a:xfrm>
            <a:off x="2853271" y="49118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Hipervínculos hacia redes sociales y correo de contacto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DB8ECE-5852-47B8-950E-CA982E57E42B}"/>
              </a:ext>
            </a:extLst>
          </p:cNvPr>
          <p:cNvSpPr/>
          <p:nvPr/>
        </p:nvSpPr>
        <p:spPr>
          <a:xfrm>
            <a:off x="29634" y="1823067"/>
            <a:ext cx="1964268" cy="18122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30F12D5-D3F2-464B-B0B7-1B97BFEB2998}"/>
              </a:ext>
            </a:extLst>
          </p:cNvPr>
          <p:cNvCxnSpPr>
            <a:cxnSpLocks/>
          </p:cNvCxnSpPr>
          <p:nvPr/>
        </p:nvCxnSpPr>
        <p:spPr>
          <a:xfrm>
            <a:off x="1964268" y="2138180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ED0686-CD4C-4173-A373-5140E35544CE}"/>
              </a:ext>
            </a:extLst>
          </p:cNvPr>
          <p:cNvSpPr txBox="1"/>
          <p:nvPr/>
        </p:nvSpPr>
        <p:spPr>
          <a:xfrm>
            <a:off x="2489203" y="1498599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Pestañas para acceder a las pantallas 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Gráficos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Datos tabulados 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C00000"/>
                </a:solidFill>
              </a:rPr>
              <a:t>Manual de usuario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FF3AD9-99C7-474D-8033-53A12D739574}"/>
              </a:ext>
            </a:extLst>
          </p:cNvPr>
          <p:cNvSpPr/>
          <p:nvPr/>
        </p:nvSpPr>
        <p:spPr>
          <a:xfrm>
            <a:off x="9237647" y="2048496"/>
            <a:ext cx="2887134" cy="44749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B32AD2-D55F-4E59-BEA6-355A497504CB}"/>
              </a:ext>
            </a:extLst>
          </p:cNvPr>
          <p:cNvSpPr/>
          <p:nvPr/>
        </p:nvSpPr>
        <p:spPr>
          <a:xfrm>
            <a:off x="9220200" y="2854466"/>
            <a:ext cx="2836333" cy="39411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865D78D-60E7-47B8-85F8-DDC8C61CCA9E}"/>
              </a:ext>
            </a:extLst>
          </p:cNvPr>
          <p:cNvCxnSpPr>
            <a:cxnSpLocks/>
          </p:cNvCxnSpPr>
          <p:nvPr/>
        </p:nvCxnSpPr>
        <p:spPr>
          <a:xfrm>
            <a:off x="8589946" y="2297427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620892-086C-422B-AEE5-85EAE1E6E116}"/>
              </a:ext>
            </a:extLst>
          </p:cNvPr>
          <p:cNvCxnSpPr>
            <a:cxnSpLocks/>
          </p:cNvCxnSpPr>
          <p:nvPr/>
        </p:nvCxnSpPr>
        <p:spPr>
          <a:xfrm>
            <a:off x="8572499" y="3958513"/>
            <a:ext cx="6477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7A512E-6615-4713-B86D-1639E1561A0F}"/>
              </a:ext>
            </a:extLst>
          </p:cNvPr>
          <p:cNvSpPr txBox="1"/>
          <p:nvPr/>
        </p:nvSpPr>
        <p:spPr>
          <a:xfrm>
            <a:off x="5350933" y="3635347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Formulario para ingresar datos y realizar el cálculo de la trayectoria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80DDA2-B2C0-49C1-8240-F2CBF4B5B14D}"/>
              </a:ext>
            </a:extLst>
          </p:cNvPr>
          <p:cNvSpPr txBox="1"/>
          <p:nvPr/>
        </p:nvSpPr>
        <p:spPr>
          <a:xfrm>
            <a:off x="6350513" y="1895054"/>
            <a:ext cx="2404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Zona en donde se actualizan los datos de la trayectoria calculada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DE8DF21-6F18-45F1-B9EB-A11827B2C725}"/>
              </a:ext>
            </a:extLst>
          </p:cNvPr>
          <p:cNvSpPr/>
          <p:nvPr/>
        </p:nvSpPr>
        <p:spPr>
          <a:xfrm>
            <a:off x="9836661" y="379848"/>
            <a:ext cx="1652974" cy="16686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C18E31E-D5C9-4FA3-8F29-D88FF427E085}"/>
              </a:ext>
            </a:extLst>
          </p:cNvPr>
          <p:cNvSpPr txBox="1"/>
          <p:nvPr/>
        </p:nvSpPr>
        <p:spPr>
          <a:xfrm>
            <a:off x="6058410" y="691685"/>
            <a:ext cx="298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Imagen alusiva a la trayectoria calculada (J, S, H)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5E281E-CC29-47A1-9521-22819AECBAB1}"/>
              </a:ext>
            </a:extLst>
          </p:cNvPr>
          <p:cNvCxnSpPr>
            <a:cxnSpLocks/>
          </p:cNvCxnSpPr>
          <p:nvPr/>
        </p:nvCxnSpPr>
        <p:spPr>
          <a:xfrm>
            <a:off x="8913796" y="1191748"/>
            <a:ext cx="92286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29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E5452EC-6D55-461F-9011-C777BBB26C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1696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DFC5D6-0994-4648-9146-93B6AF22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73448"/>
            <a:ext cx="12192001" cy="666285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5B2F200-2975-4A68-9729-21918D0415BE}"/>
              </a:ext>
            </a:extLst>
          </p:cNvPr>
          <p:cNvSpPr txBox="1"/>
          <p:nvPr/>
        </p:nvSpPr>
        <p:spPr>
          <a:xfrm>
            <a:off x="3352800" y="3768303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1.- Ingresar datos para realizar el cálculo de la trayectoria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8CEE77-35B2-49F6-B7EA-06D9867FBDC3}"/>
              </a:ext>
            </a:extLst>
          </p:cNvPr>
          <p:cNvSpPr/>
          <p:nvPr/>
        </p:nvSpPr>
        <p:spPr>
          <a:xfrm>
            <a:off x="9220200" y="3037398"/>
            <a:ext cx="2836333" cy="382060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9C3CD381-2D1C-402D-86D2-FD80FA8EB89C}"/>
              </a:ext>
            </a:extLst>
          </p:cNvPr>
          <p:cNvCxnSpPr>
            <a:cxnSpLocks/>
          </p:cNvCxnSpPr>
          <p:nvPr/>
        </p:nvCxnSpPr>
        <p:spPr>
          <a:xfrm>
            <a:off x="6477000" y="4091469"/>
            <a:ext cx="2667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52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2CB2D-01B2-4AD7-902C-426992EA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73FBB-554A-4A43-808F-2E47103C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CB822F-9F13-4A5E-90BE-27BE671C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D62A91A-EF5B-487F-85EB-ECC7D3D817B5}"/>
              </a:ext>
            </a:extLst>
          </p:cNvPr>
          <p:cNvSpPr txBox="1"/>
          <p:nvPr/>
        </p:nvSpPr>
        <p:spPr>
          <a:xfrm>
            <a:off x="3073400" y="5253633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2.- Una vez ingresado los datos, seleccionar tipo de pozo y presionar botón de “calcular Trayectoria”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27F3F1-FF14-4151-86FD-0FE7EC712466}"/>
              </a:ext>
            </a:extLst>
          </p:cNvPr>
          <p:cNvSpPr/>
          <p:nvPr/>
        </p:nvSpPr>
        <p:spPr>
          <a:xfrm>
            <a:off x="9220200" y="5532437"/>
            <a:ext cx="2836333" cy="1325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3A3E352-6138-4BAD-97A8-E64384B0C39B}"/>
              </a:ext>
            </a:extLst>
          </p:cNvPr>
          <p:cNvCxnSpPr>
            <a:cxnSpLocks/>
          </p:cNvCxnSpPr>
          <p:nvPr/>
        </p:nvCxnSpPr>
        <p:spPr>
          <a:xfrm>
            <a:off x="6807200" y="5715298"/>
            <a:ext cx="235373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4CC7061B-5C74-4C70-8B10-57666093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416"/>
            <a:ext cx="20514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5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B7D85-32EC-4A8B-BE2C-CA5D6361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4EDE3E-75AE-4DFD-BE63-06603500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9AD81F-C4D2-4C6D-AD90-0EE5F395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EBCCC3-998D-4CE2-97BE-CB6EE1EE7224}"/>
              </a:ext>
            </a:extLst>
          </p:cNvPr>
          <p:cNvSpPr txBox="1"/>
          <p:nvPr/>
        </p:nvSpPr>
        <p:spPr>
          <a:xfrm>
            <a:off x="9499600" y="159808"/>
            <a:ext cx="2582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3.-Se desplegará la “tabla de registro de la trayectoria”, presionando la flecha en la parte superior izquierda regresamos a la ventana principal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4789211-F119-4FAA-810C-E390B4450230}"/>
              </a:ext>
            </a:extLst>
          </p:cNvPr>
          <p:cNvCxnSpPr>
            <a:cxnSpLocks/>
          </p:cNvCxnSpPr>
          <p:nvPr/>
        </p:nvCxnSpPr>
        <p:spPr>
          <a:xfrm flipH="1">
            <a:off x="364067" y="440269"/>
            <a:ext cx="902546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C246885-EE0C-4A6A-B4FA-DC5347A3400B}"/>
              </a:ext>
            </a:extLst>
          </p:cNvPr>
          <p:cNvSpPr/>
          <p:nvPr/>
        </p:nvSpPr>
        <p:spPr>
          <a:xfrm>
            <a:off x="0" y="147638"/>
            <a:ext cx="364067" cy="29263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3728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ED59E-9040-47F6-B7CB-5433A77A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DC74E3-CA24-4F89-9486-4A9A8DC89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F93F21-B7F1-457D-9071-00E09C1E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F70B1A1-A6EA-421F-BE33-591700B19177}"/>
              </a:ext>
            </a:extLst>
          </p:cNvPr>
          <p:cNvSpPr/>
          <p:nvPr/>
        </p:nvSpPr>
        <p:spPr>
          <a:xfrm>
            <a:off x="9203267" y="1690688"/>
            <a:ext cx="2988733" cy="44873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8843C7B-2EC2-47EB-BBA9-4010AEEE9A46}"/>
              </a:ext>
            </a:extLst>
          </p:cNvPr>
          <p:cNvSpPr txBox="1"/>
          <p:nvPr/>
        </p:nvSpPr>
        <p:spPr>
          <a:xfrm>
            <a:off x="6358465" y="821422"/>
            <a:ext cx="375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En esta sección se muestran datos relevantes de la trayectoria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B63C9AF-D9EF-4BA6-A9E6-78B83AA99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3212"/>
            <a:ext cx="2074332" cy="6675116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0900D8B0-1789-4FB6-912C-7EF767FE732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644467" y="1455907"/>
            <a:ext cx="558800" cy="4591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7C128CA-1782-4290-9820-D3044FEDFD0C}"/>
              </a:ext>
            </a:extLst>
          </p:cNvPr>
          <p:cNvSpPr txBox="1"/>
          <p:nvPr/>
        </p:nvSpPr>
        <p:spPr>
          <a:xfrm>
            <a:off x="101599" y="3829088"/>
            <a:ext cx="1972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>
                <a:solidFill>
                  <a:srgbClr val="C00000"/>
                </a:solidFill>
              </a:rPr>
              <a:t>4.- Gráficos creados a partir de los datos calculados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AC29B9A-94BB-430A-834C-6627C10BFBA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4333" y="4429253"/>
            <a:ext cx="65296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DF3E62B-46FC-4B1D-B067-E0B37DD50CF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74333" y="4429253"/>
            <a:ext cx="3733800" cy="17477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D77903-30CF-437C-A700-1DC48D53ECF4}"/>
              </a:ext>
            </a:extLst>
          </p:cNvPr>
          <p:cNvCxnSpPr>
            <a:cxnSpLocks/>
          </p:cNvCxnSpPr>
          <p:nvPr/>
        </p:nvCxnSpPr>
        <p:spPr>
          <a:xfrm flipV="1">
            <a:off x="2074333" y="3157838"/>
            <a:ext cx="3666067" cy="12714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503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19514</TotalTime>
  <Words>137</Words>
  <Application>Microsoft Office PowerPoint</Application>
  <PresentationFormat>Panorámica</PresentationFormat>
  <Paragraphs>13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</dc:creator>
  <cp:lastModifiedBy>Jaime</cp:lastModifiedBy>
  <cp:revision>12</cp:revision>
  <dcterms:created xsi:type="dcterms:W3CDTF">2025-03-13T10:43:25Z</dcterms:created>
  <dcterms:modified xsi:type="dcterms:W3CDTF">2025-03-28T23:25:43Z</dcterms:modified>
</cp:coreProperties>
</file>
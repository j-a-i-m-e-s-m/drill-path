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950" r:id="rId2"/>
    <p:sldId id="951" r:id="rId3"/>
    <p:sldId id="954" r:id="rId4"/>
  </p:sldIdLst>
  <p:sldSz cx="12192000" cy="6858000"/>
  <p:notesSz cx="6858000" cy="9144000"/>
  <p:defaultTextStyle>
    <a:defPPr>
      <a:defRPr lang="es-419"/>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p:scale>
          <a:sx n="74" d="100"/>
          <a:sy n="74" d="100"/>
        </p:scale>
        <p:origin x="950" y="3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Rectangle 6"/>
          <p:cNvSpPr>
            <a:spLocks noGrp="1" noChangeArrowheads="1"/>
          </p:cNvSpPr>
          <p:nvPr>
            <p:ph type="sldNum" sz="quarter" idx="12"/>
          </p:nvPr>
        </p:nvSpPr>
        <p:spPr>
          <a:ln/>
        </p:spPr>
        <p:txBody>
          <a:bodyPr/>
          <a:lstStyle>
            <a:lvl1pPr>
              <a:defRPr/>
            </a:lvl1pPr>
          </a:lstStyle>
          <a:p>
            <a:pPr>
              <a:defRPr/>
            </a:pPr>
            <a:fld id="{803DB2AC-3D79-4F2E-8AA7-B5D91DE751F1}" type="slidenum">
              <a:rPr lang="en-US"/>
              <a:pPr>
                <a:defRPr/>
              </a:pPr>
              <a:t>‹Nº›</a:t>
            </a:fld>
            <a:endParaRPr lang="en-US" dirty="0"/>
          </a:p>
        </p:txBody>
      </p:sp>
      <p:sp>
        <p:nvSpPr>
          <p:cNvPr id="7" name="2 Marcador de texto"/>
          <p:cNvSpPr>
            <a:spLocks noGrp="1"/>
          </p:cNvSpPr>
          <p:nvPr>
            <p:ph type="body" sz="half" idx="13"/>
          </p:nvPr>
        </p:nvSpPr>
        <p:spPr>
          <a:xfrm>
            <a:off x="316675" y="1270658"/>
            <a:ext cx="11520000" cy="5292000"/>
          </a:xfrm>
        </p:spPr>
        <p:txBody>
          <a:bodyPr/>
          <a:lstStyle>
            <a:lvl2pPr marL="742950" indent="-285750">
              <a:buFont typeface="Wingdings" panose="05000000000000000000" pitchFamily="2" charset="2"/>
              <a:buChar char="§"/>
              <a:defRPr sz="2000"/>
            </a:lvl2pPr>
            <a:lvl3pPr>
              <a:defRPr sz="1800"/>
            </a:lvl3pPr>
            <a:lvl4pPr marL="1600200" indent="-228600">
              <a:buFont typeface="Arial" panose="020B0604020202020204" pitchFamily="34" charset="0"/>
              <a:buChar char="•"/>
              <a:defRPr sz="1600"/>
            </a:lvl4pPr>
            <a:lvl5pPr>
              <a:defRPr sz="1400"/>
            </a:lvl5p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spTree>
    <p:extLst>
      <p:ext uri="{BB962C8B-B14F-4D97-AF65-F5344CB8AC3E}">
        <p14:creationId xmlns:p14="http://schemas.microsoft.com/office/powerpoint/2010/main" val="2827651196"/>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ítulo, texto y objetos">
    <p:spTree>
      <p:nvGrpSpPr>
        <p:cNvPr id="1" name=""/>
        <p:cNvGrpSpPr/>
        <p:nvPr/>
      </p:nvGrpSpPr>
      <p:grpSpPr>
        <a:xfrm>
          <a:off x="0" y="0"/>
          <a:ext cx="0" cy="0"/>
          <a:chOff x="0" y="0"/>
          <a:chExt cx="0" cy="0"/>
        </a:xfrm>
      </p:grpSpPr>
      <p:sp>
        <p:nvSpPr>
          <p:cNvPr id="6" name="2 Marcador de texto"/>
          <p:cNvSpPr>
            <a:spLocks noGrp="1"/>
          </p:cNvSpPr>
          <p:nvPr>
            <p:ph type="body" sz="half" idx="11"/>
          </p:nvPr>
        </p:nvSpPr>
        <p:spPr>
          <a:xfrm>
            <a:off x="6317672" y="1270660"/>
            <a:ext cx="5520000" cy="5292000"/>
          </a:xfrm>
        </p:spPr>
        <p:txBody>
          <a:bodyPr/>
          <a:lstStyle>
            <a:lvl2pPr>
              <a:defRPr sz="2000"/>
            </a:lvl2pPr>
            <a:lvl3pPr>
              <a:defRPr sz="1800"/>
            </a:lvl3pPr>
            <a:lvl4pPr>
              <a:defRPr sz="1600"/>
            </a:lvl4pPr>
            <a:lvl5pPr>
              <a:defRPr sz="1400"/>
            </a:lvl5p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3" name="2 Marcador de texto"/>
          <p:cNvSpPr>
            <a:spLocks noGrp="1"/>
          </p:cNvSpPr>
          <p:nvPr>
            <p:ph type="body" sz="half" idx="1"/>
          </p:nvPr>
        </p:nvSpPr>
        <p:spPr>
          <a:xfrm>
            <a:off x="332509" y="1270660"/>
            <a:ext cx="5520000" cy="5292000"/>
          </a:xfrm>
        </p:spPr>
        <p:txBody>
          <a:bodyPr/>
          <a:lstStyle>
            <a:lvl2pPr>
              <a:defRPr sz="2000"/>
            </a:lvl2pPr>
            <a:lvl3pPr>
              <a:defRPr sz="1800"/>
            </a:lvl3pPr>
            <a:lvl4pPr>
              <a:defRPr sz="1600"/>
            </a:lvl4pPr>
            <a:lvl5pPr>
              <a:defRPr sz="1400"/>
            </a:lvl5p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5" name="Rectangle 8"/>
          <p:cNvSpPr>
            <a:spLocks noGrp="1" noChangeArrowheads="1"/>
          </p:cNvSpPr>
          <p:nvPr>
            <p:ph type="sldNum" sz="quarter" idx="10"/>
          </p:nvPr>
        </p:nvSpPr>
        <p:spPr>
          <a:ln/>
        </p:spPr>
        <p:txBody>
          <a:bodyPr/>
          <a:lstStyle>
            <a:lvl1pPr>
              <a:defRPr/>
            </a:lvl1pPr>
          </a:lstStyle>
          <a:p>
            <a:pPr>
              <a:defRPr/>
            </a:pPr>
            <a:fld id="{68C46022-3960-47FB-9570-D23595AA7D3B}" type="slidenum">
              <a:rPr lang="es-ES"/>
              <a:pPr>
                <a:defRPr/>
              </a:pPr>
              <a:t>‹Nº›</a:t>
            </a:fld>
            <a:endParaRPr lang="es-ES" dirty="0"/>
          </a:p>
        </p:txBody>
      </p:sp>
      <p:sp>
        <p:nvSpPr>
          <p:cNvPr id="8" name="Rectangle 2"/>
          <p:cNvSpPr>
            <a:spLocks noGrp="1" noChangeArrowheads="1"/>
          </p:cNvSpPr>
          <p:nvPr>
            <p:ph type="title"/>
          </p:nvPr>
        </p:nvSpPr>
        <p:spPr bwMode="auto">
          <a:xfrm>
            <a:off x="1405498" y="152400"/>
            <a:ext cx="10440000" cy="792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Tree>
    <p:extLst>
      <p:ext uri="{BB962C8B-B14F-4D97-AF65-F5344CB8AC3E}">
        <p14:creationId xmlns:p14="http://schemas.microsoft.com/office/powerpoint/2010/main" val="3278925763"/>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316675" y="1246908"/>
            <a:ext cx="11520000" cy="5292000"/>
          </a:xfrm>
        </p:spPr>
        <p:txBody>
          <a:bodyPr/>
          <a:lstStyle>
            <a:lvl1pPr algn="just">
              <a:buFont typeface="Wingdings" pitchFamily="2" charset="2"/>
              <a:buChar char="q"/>
              <a:defRPr/>
            </a:lvl1pPr>
            <a:lvl2pPr algn="just">
              <a:buFont typeface="Wingdings" pitchFamily="2" charset="2"/>
              <a:buChar char="Ø"/>
              <a:defRPr>
                <a:solidFill>
                  <a:schemeClr val="tx1"/>
                </a:solidFill>
              </a:defRPr>
            </a:lvl2pPr>
            <a:lvl3pPr algn="just">
              <a:buFont typeface="Courier New" pitchFamily="49" charset="0"/>
              <a:buChar char="o"/>
              <a:defRPr/>
            </a:lvl3pPr>
            <a:lvl4pPr algn="just">
              <a:buFont typeface="Wingdings" pitchFamily="2" charset="2"/>
              <a:buChar char="§"/>
              <a:defRPr/>
            </a:lvl4pPr>
            <a:lvl5pPr algn="jus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6"/>
          <p:cNvSpPr>
            <a:spLocks noGrp="1" noChangeArrowheads="1"/>
          </p:cNvSpPr>
          <p:nvPr>
            <p:ph type="sldNum" sz="quarter" idx="12"/>
          </p:nvPr>
        </p:nvSpPr>
        <p:spPr>
          <a:ln/>
        </p:spPr>
        <p:txBody>
          <a:bodyPr/>
          <a:lstStyle>
            <a:lvl1pPr>
              <a:defRPr/>
            </a:lvl1pPr>
          </a:lstStyle>
          <a:p>
            <a:pPr>
              <a:defRPr/>
            </a:pPr>
            <a:fld id="{803DB2AC-3D79-4F2E-8AA7-B5D91DE751F1}" type="slidenum">
              <a:rPr lang="en-US"/>
              <a:pPr>
                <a:defRPr/>
              </a:pPr>
              <a:t>‹Nº›</a:t>
            </a:fld>
            <a:endParaRPr lang="en-US" dirty="0"/>
          </a:p>
        </p:txBody>
      </p:sp>
    </p:spTree>
    <p:extLst>
      <p:ext uri="{BB962C8B-B14F-4D97-AF65-F5344CB8AC3E}">
        <p14:creationId xmlns:p14="http://schemas.microsoft.com/office/powerpoint/2010/main" val="1237289152"/>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16676" y="1246909"/>
            <a:ext cx="5520000" cy="5292000"/>
          </a:xfrm>
        </p:spPr>
        <p:txBody>
          <a:bodyPr/>
          <a:lstStyle>
            <a:lvl1pPr>
              <a:defRPr sz="2400"/>
            </a:lvl1pPr>
            <a:lvl2pPr>
              <a:defRPr sz="2000"/>
            </a:lvl2pPr>
            <a:lvl3pPr>
              <a:defRPr sz="1800"/>
            </a:lvl3pPr>
            <a:lvl4pPr>
              <a:defRPr sz="1600"/>
            </a:lvl4pPr>
            <a:lvl5pPr>
              <a:defRPr sz="14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317672" y="1258784"/>
            <a:ext cx="5520000" cy="5292000"/>
          </a:xfrm>
        </p:spPr>
        <p:txBody>
          <a:bodyPr/>
          <a:lstStyle>
            <a:lvl1pPr>
              <a:defRPr sz="2400"/>
            </a:lvl1pPr>
            <a:lvl2pPr>
              <a:defRPr sz="2000"/>
            </a:lvl2pPr>
            <a:lvl3pPr>
              <a:defRPr sz="1800"/>
            </a:lvl3pPr>
            <a:lvl4pPr>
              <a:defRPr sz="1600"/>
            </a:lvl4pPr>
            <a:lvl5pPr>
              <a:defRPr sz="14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6"/>
          <p:cNvSpPr>
            <a:spLocks noGrp="1" noChangeArrowheads="1"/>
          </p:cNvSpPr>
          <p:nvPr>
            <p:ph type="sldNum" sz="quarter" idx="12"/>
          </p:nvPr>
        </p:nvSpPr>
        <p:spPr>
          <a:ln/>
        </p:spPr>
        <p:txBody>
          <a:bodyPr/>
          <a:lstStyle>
            <a:lvl1pPr>
              <a:defRPr/>
            </a:lvl1pPr>
          </a:lstStyle>
          <a:p>
            <a:pPr>
              <a:defRPr/>
            </a:pPr>
            <a:fld id="{79BDA3FF-0AF1-49A7-B3A5-3349B3930298}" type="slidenum">
              <a:rPr lang="en-US"/>
              <a:pPr>
                <a:defRPr/>
              </a:pPr>
              <a:t>‹Nº›</a:t>
            </a:fld>
            <a:endParaRPr lang="en-US" dirty="0"/>
          </a:p>
        </p:txBody>
      </p:sp>
    </p:spTree>
    <p:extLst>
      <p:ext uri="{BB962C8B-B14F-4D97-AF65-F5344CB8AC3E}">
        <p14:creationId xmlns:p14="http://schemas.microsoft.com/office/powerpoint/2010/main" val="4106704805"/>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ítulo, texto y objetos">
    <p:spTree>
      <p:nvGrpSpPr>
        <p:cNvPr id="1" name=""/>
        <p:cNvGrpSpPr/>
        <p:nvPr/>
      </p:nvGrpSpPr>
      <p:grpSpPr>
        <a:xfrm>
          <a:off x="0" y="0"/>
          <a:ext cx="0" cy="0"/>
          <a:chOff x="0" y="0"/>
          <a:chExt cx="0" cy="0"/>
        </a:xfrm>
      </p:grpSpPr>
      <p:sp>
        <p:nvSpPr>
          <p:cNvPr id="3" name="2 Marcador de texto"/>
          <p:cNvSpPr>
            <a:spLocks noGrp="1"/>
          </p:cNvSpPr>
          <p:nvPr>
            <p:ph type="body" sz="half" idx="1"/>
          </p:nvPr>
        </p:nvSpPr>
        <p:spPr>
          <a:xfrm>
            <a:off x="316675" y="1258784"/>
            <a:ext cx="5520000" cy="5292000"/>
          </a:xfrm>
        </p:spPr>
        <p:txBody>
          <a:bodyPr/>
          <a:lstStyle>
            <a:lvl2pPr>
              <a:defRPr sz="2000"/>
            </a:lvl2pPr>
            <a:lvl3pPr>
              <a:defRPr sz="1800"/>
            </a:lvl3pPr>
            <a:lvl4pPr>
              <a:defRPr sz="1600"/>
            </a:lvl4pPr>
            <a:lvl5pPr>
              <a:defRPr sz="1400"/>
            </a:lvl5p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4" name="3 Marcador de contenido"/>
          <p:cNvSpPr>
            <a:spLocks noGrp="1"/>
          </p:cNvSpPr>
          <p:nvPr>
            <p:ph sz="half" idx="2"/>
          </p:nvPr>
        </p:nvSpPr>
        <p:spPr>
          <a:xfrm>
            <a:off x="6317673" y="1258784"/>
            <a:ext cx="5520000" cy="5292000"/>
          </a:xfrm>
        </p:spPr>
        <p:txBody>
          <a:bodyPr/>
          <a:lstStyle>
            <a:lvl2pPr>
              <a:defRPr sz="2000"/>
            </a:lvl2pPr>
            <a:lvl3pPr>
              <a:defRPr sz="1800"/>
            </a:lvl3pPr>
            <a:lvl4pPr>
              <a:defRPr sz="1600"/>
            </a:lvl4pPr>
            <a:lvl5pPr>
              <a:defRPr sz="1400"/>
            </a:lvl5p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5" name="Rectangle 8"/>
          <p:cNvSpPr>
            <a:spLocks noGrp="1" noChangeArrowheads="1"/>
          </p:cNvSpPr>
          <p:nvPr>
            <p:ph type="sldNum" sz="quarter" idx="10"/>
          </p:nvPr>
        </p:nvSpPr>
        <p:spPr>
          <a:ln/>
        </p:spPr>
        <p:txBody>
          <a:bodyPr/>
          <a:lstStyle>
            <a:lvl1pPr>
              <a:defRPr/>
            </a:lvl1pPr>
          </a:lstStyle>
          <a:p>
            <a:pPr>
              <a:defRPr/>
            </a:pPr>
            <a:fld id="{68C46022-3960-47FB-9570-D23595AA7D3B}" type="slidenum">
              <a:rPr lang="es-ES"/>
              <a:pPr>
                <a:defRPr/>
              </a:pPr>
              <a:t>‹Nº›</a:t>
            </a:fld>
            <a:endParaRPr lang="es-ES" dirty="0"/>
          </a:p>
        </p:txBody>
      </p:sp>
      <p:sp>
        <p:nvSpPr>
          <p:cNvPr id="6" name="Rectangle 2"/>
          <p:cNvSpPr>
            <a:spLocks noGrp="1" noChangeArrowheads="1"/>
          </p:cNvSpPr>
          <p:nvPr>
            <p:ph type="title"/>
          </p:nvPr>
        </p:nvSpPr>
        <p:spPr bwMode="auto">
          <a:xfrm>
            <a:off x="1405498" y="152400"/>
            <a:ext cx="10440000" cy="792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Tree>
    <p:extLst>
      <p:ext uri="{BB962C8B-B14F-4D97-AF65-F5344CB8AC3E}">
        <p14:creationId xmlns:p14="http://schemas.microsoft.com/office/powerpoint/2010/main" val="862880223"/>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ítulo, texto y 2 objetos">
    <p:spTree>
      <p:nvGrpSpPr>
        <p:cNvPr id="1" name=""/>
        <p:cNvGrpSpPr/>
        <p:nvPr/>
      </p:nvGrpSpPr>
      <p:grpSpPr>
        <a:xfrm>
          <a:off x="0" y="0"/>
          <a:ext cx="0" cy="0"/>
          <a:chOff x="0" y="0"/>
          <a:chExt cx="0" cy="0"/>
        </a:xfrm>
      </p:grpSpPr>
      <p:sp>
        <p:nvSpPr>
          <p:cNvPr id="3" name="2 Marcador de texto"/>
          <p:cNvSpPr>
            <a:spLocks noGrp="1"/>
          </p:cNvSpPr>
          <p:nvPr>
            <p:ph type="body" sz="half" idx="1"/>
          </p:nvPr>
        </p:nvSpPr>
        <p:spPr>
          <a:xfrm>
            <a:off x="316676" y="1246909"/>
            <a:ext cx="5520000" cy="5292000"/>
          </a:xfrm>
        </p:spPr>
        <p:txBody>
          <a:bodyPr/>
          <a:lstStyle>
            <a:lvl2pPr>
              <a:defRPr sz="2000"/>
            </a:lvl2pPr>
            <a:lvl3pPr>
              <a:defRPr sz="1800"/>
            </a:lvl3pPr>
            <a:lvl4pPr>
              <a:defRPr sz="1600"/>
            </a:lvl4pPr>
            <a:lvl5pPr>
              <a:defRPr sz="1400"/>
            </a:lvl5p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6" name="Rectangle 8"/>
          <p:cNvSpPr>
            <a:spLocks noGrp="1" noChangeArrowheads="1"/>
          </p:cNvSpPr>
          <p:nvPr>
            <p:ph type="sldNum" sz="quarter" idx="10"/>
          </p:nvPr>
        </p:nvSpPr>
        <p:spPr>
          <a:ln/>
        </p:spPr>
        <p:txBody>
          <a:bodyPr/>
          <a:lstStyle>
            <a:lvl1pPr>
              <a:defRPr/>
            </a:lvl1pPr>
          </a:lstStyle>
          <a:p>
            <a:pPr>
              <a:defRPr/>
            </a:pPr>
            <a:fld id="{F7B95196-1DA3-4E6A-AA78-98C6690A3DF7}" type="slidenum">
              <a:rPr lang="es-ES"/>
              <a:pPr>
                <a:defRPr/>
              </a:pPr>
              <a:t>‹Nº›</a:t>
            </a:fld>
            <a:endParaRPr lang="es-ES" dirty="0"/>
          </a:p>
        </p:txBody>
      </p:sp>
      <p:sp>
        <p:nvSpPr>
          <p:cNvPr id="10" name="4 Marcador de contenido"/>
          <p:cNvSpPr>
            <a:spLocks noGrp="1"/>
          </p:cNvSpPr>
          <p:nvPr>
            <p:ph sz="quarter" idx="13"/>
          </p:nvPr>
        </p:nvSpPr>
        <p:spPr>
          <a:xfrm>
            <a:off x="6301839" y="1262650"/>
            <a:ext cx="5520000" cy="2520000"/>
          </a:xfrm>
        </p:spPr>
        <p:txBody>
          <a:bodyPr>
            <a:normAutofit/>
          </a:bodyPr>
          <a:lstStyle>
            <a:lvl2pPr>
              <a:defRPr sz="2000"/>
            </a:lvl2pPr>
            <a:lvl3pPr>
              <a:defRPr sz="1800"/>
            </a:lvl3pPr>
            <a:lvl4pPr>
              <a:defRPr sz="1600"/>
            </a:lvl4pPr>
            <a:lvl5pPr>
              <a:defRPr sz="1400"/>
            </a:lvl5p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11" name="4 Marcador de contenido"/>
          <p:cNvSpPr>
            <a:spLocks noGrp="1"/>
          </p:cNvSpPr>
          <p:nvPr>
            <p:ph sz="quarter" idx="14"/>
          </p:nvPr>
        </p:nvSpPr>
        <p:spPr>
          <a:xfrm>
            <a:off x="6301839" y="4041400"/>
            <a:ext cx="5520000" cy="2520000"/>
          </a:xfrm>
        </p:spPr>
        <p:txBody>
          <a:bodyPr>
            <a:normAutofit/>
          </a:bodyPr>
          <a:lstStyle>
            <a:lvl2pPr>
              <a:defRPr sz="2000"/>
            </a:lvl2pPr>
            <a:lvl3pPr>
              <a:defRPr sz="1800"/>
            </a:lvl3pPr>
            <a:lvl4pPr>
              <a:defRPr sz="1600"/>
            </a:lvl4pPr>
            <a:lvl5pPr>
              <a:defRPr sz="1400"/>
            </a:lvl5p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7" name="Rectangle 2"/>
          <p:cNvSpPr>
            <a:spLocks noGrp="1" noChangeArrowheads="1"/>
          </p:cNvSpPr>
          <p:nvPr>
            <p:ph type="title"/>
          </p:nvPr>
        </p:nvSpPr>
        <p:spPr bwMode="auto">
          <a:xfrm>
            <a:off x="1405498" y="152400"/>
            <a:ext cx="10440000" cy="792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Tree>
    <p:extLst>
      <p:ext uri="{BB962C8B-B14F-4D97-AF65-F5344CB8AC3E}">
        <p14:creationId xmlns:p14="http://schemas.microsoft.com/office/powerpoint/2010/main" val="3433805577"/>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ítulo, texto y 2 objetos">
    <p:spTree>
      <p:nvGrpSpPr>
        <p:cNvPr id="1" name=""/>
        <p:cNvGrpSpPr/>
        <p:nvPr/>
      </p:nvGrpSpPr>
      <p:grpSpPr>
        <a:xfrm>
          <a:off x="0" y="0"/>
          <a:ext cx="0" cy="0"/>
          <a:chOff x="0" y="0"/>
          <a:chExt cx="0" cy="0"/>
        </a:xfrm>
      </p:grpSpPr>
      <p:sp>
        <p:nvSpPr>
          <p:cNvPr id="12" name="2 Marcador de texto"/>
          <p:cNvSpPr>
            <a:spLocks noGrp="1"/>
          </p:cNvSpPr>
          <p:nvPr>
            <p:ph type="body" sz="half" idx="17"/>
          </p:nvPr>
        </p:nvSpPr>
        <p:spPr>
          <a:xfrm>
            <a:off x="325904" y="4056656"/>
            <a:ext cx="5520000" cy="2520000"/>
          </a:xfrm>
        </p:spPr>
        <p:txBody>
          <a:bodyPr/>
          <a:lstStyle>
            <a:lvl2pPr>
              <a:defRPr sz="2000"/>
            </a:lvl2pPr>
            <a:lvl3pPr>
              <a:defRPr sz="1800"/>
            </a:lvl3pPr>
            <a:lvl4pPr>
              <a:defRPr sz="1600"/>
            </a:lvl4pPr>
            <a:lvl5pPr>
              <a:defRPr sz="1400"/>
            </a:lvl5p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9" name="2 Marcador de texto"/>
          <p:cNvSpPr>
            <a:spLocks noGrp="1"/>
          </p:cNvSpPr>
          <p:nvPr>
            <p:ph type="body" sz="half" idx="16"/>
          </p:nvPr>
        </p:nvSpPr>
        <p:spPr>
          <a:xfrm>
            <a:off x="6310313" y="4056656"/>
            <a:ext cx="5520000" cy="2520000"/>
          </a:xfrm>
        </p:spPr>
        <p:txBody>
          <a:bodyPr/>
          <a:lstStyle>
            <a:lvl2pPr>
              <a:defRPr sz="2000"/>
            </a:lvl2pPr>
            <a:lvl3pPr>
              <a:defRPr sz="1800"/>
            </a:lvl3pPr>
            <a:lvl4pPr>
              <a:defRPr sz="1600"/>
            </a:lvl4pPr>
            <a:lvl5pPr>
              <a:defRPr sz="1400"/>
            </a:lvl5p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3" name="2 Marcador de texto"/>
          <p:cNvSpPr>
            <a:spLocks noGrp="1"/>
          </p:cNvSpPr>
          <p:nvPr>
            <p:ph type="body" sz="half" idx="1"/>
          </p:nvPr>
        </p:nvSpPr>
        <p:spPr>
          <a:xfrm>
            <a:off x="316676" y="1246909"/>
            <a:ext cx="5520000" cy="2520000"/>
          </a:xfrm>
        </p:spPr>
        <p:txBody>
          <a:bodyPr/>
          <a:lstStyle>
            <a:lvl2pPr>
              <a:defRPr sz="2000"/>
            </a:lvl2pPr>
            <a:lvl3pPr>
              <a:defRPr sz="1800"/>
            </a:lvl3pPr>
            <a:lvl4pPr>
              <a:defRPr sz="1600"/>
            </a:lvl4pPr>
            <a:lvl5pPr>
              <a:defRPr sz="1400"/>
            </a:lvl5p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6" name="Rectangle 8"/>
          <p:cNvSpPr>
            <a:spLocks noGrp="1" noChangeArrowheads="1"/>
          </p:cNvSpPr>
          <p:nvPr>
            <p:ph type="sldNum" sz="quarter" idx="10"/>
          </p:nvPr>
        </p:nvSpPr>
        <p:spPr>
          <a:ln/>
        </p:spPr>
        <p:txBody>
          <a:bodyPr/>
          <a:lstStyle>
            <a:lvl1pPr>
              <a:defRPr/>
            </a:lvl1pPr>
          </a:lstStyle>
          <a:p>
            <a:pPr>
              <a:defRPr/>
            </a:pPr>
            <a:fld id="{F7B95196-1DA3-4E6A-AA78-98C6690A3DF7}" type="slidenum">
              <a:rPr lang="es-ES"/>
              <a:pPr>
                <a:defRPr/>
              </a:pPr>
              <a:t>‹Nº›</a:t>
            </a:fld>
            <a:endParaRPr lang="es-ES" dirty="0"/>
          </a:p>
        </p:txBody>
      </p:sp>
      <p:sp>
        <p:nvSpPr>
          <p:cNvPr id="10" name="4 Marcador de contenido"/>
          <p:cNvSpPr>
            <a:spLocks noGrp="1"/>
          </p:cNvSpPr>
          <p:nvPr>
            <p:ph sz="quarter" idx="13"/>
          </p:nvPr>
        </p:nvSpPr>
        <p:spPr>
          <a:xfrm>
            <a:off x="6301839" y="1262650"/>
            <a:ext cx="5520000" cy="2520000"/>
          </a:xfrm>
        </p:spPr>
        <p:txBody>
          <a:bodyPr>
            <a:normAutofit/>
          </a:bodyPr>
          <a:lstStyle>
            <a:lvl2pPr>
              <a:defRPr sz="2000"/>
            </a:lvl2pPr>
            <a:lvl3pPr>
              <a:defRPr sz="1800"/>
            </a:lvl3pPr>
            <a:lvl4pPr>
              <a:defRPr sz="1600"/>
            </a:lvl4pPr>
            <a:lvl5pPr>
              <a:defRPr sz="1400"/>
            </a:lvl5p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11" name="Rectangle 2"/>
          <p:cNvSpPr>
            <a:spLocks noGrp="1" noChangeArrowheads="1"/>
          </p:cNvSpPr>
          <p:nvPr>
            <p:ph type="title"/>
          </p:nvPr>
        </p:nvSpPr>
        <p:spPr bwMode="auto">
          <a:xfrm>
            <a:off x="1405498" y="152400"/>
            <a:ext cx="10440000" cy="792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Tree>
    <p:extLst>
      <p:ext uri="{BB962C8B-B14F-4D97-AF65-F5344CB8AC3E}">
        <p14:creationId xmlns:p14="http://schemas.microsoft.com/office/powerpoint/2010/main" val="3196608698"/>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Content, and 2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332511" y="1258784"/>
            <a:ext cx="5520000" cy="529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6"/>
          <p:cNvSpPr>
            <a:spLocks noGrp="1" noChangeArrowheads="1"/>
          </p:cNvSpPr>
          <p:nvPr>
            <p:ph type="sldNum" sz="quarter" idx="12"/>
          </p:nvPr>
        </p:nvSpPr>
        <p:spPr>
          <a:ln/>
        </p:spPr>
        <p:txBody>
          <a:bodyPr/>
          <a:lstStyle>
            <a:lvl1pPr>
              <a:defRPr/>
            </a:lvl1pPr>
          </a:lstStyle>
          <a:p>
            <a:pPr>
              <a:defRPr/>
            </a:pPr>
            <a:fld id="{9092E468-E9E5-4A7D-AED8-26EE2E6C1519}" type="slidenum">
              <a:rPr lang="en-US"/>
              <a:pPr>
                <a:defRPr/>
              </a:pPr>
              <a:t>‹Nº›</a:t>
            </a:fld>
            <a:endParaRPr lang="en-US" dirty="0"/>
          </a:p>
        </p:txBody>
      </p:sp>
      <p:sp>
        <p:nvSpPr>
          <p:cNvPr id="10" name="4 Marcador de contenido"/>
          <p:cNvSpPr>
            <a:spLocks noGrp="1"/>
          </p:cNvSpPr>
          <p:nvPr>
            <p:ph sz="quarter" idx="13"/>
          </p:nvPr>
        </p:nvSpPr>
        <p:spPr>
          <a:xfrm>
            <a:off x="6301839" y="1262650"/>
            <a:ext cx="5520000" cy="2520000"/>
          </a:xfrm>
        </p:spPr>
        <p:txBody>
          <a:bodyPr>
            <a:normAutofit/>
          </a:bodyPr>
          <a:lstStyle>
            <a:lvl2pPr>
              <a:defRPr sz="2000"/>
            </a:lvl2pPr>
            <a:lvl3pPr>
              <a:defRPr sz="1800"/>
            </a:lvl3pPr>
            <a:lvl4pPr>
              <a:defRPr sz="1600"/>
            </a:lvl4pPr>
            <a:lvl5pPr>
              <a:defRPr sz="1400"/>
            </a:lvl5p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11" name="4 Marcador de contenido"/>
          <p:cNvSpPr>
            <a:spLocks noGrp="1"/>
          </p:cNvSpPr>
          <p:nvPr>
            <p:ph sz="quarter" idx="14"/>
          </p:nvPr>
        </p:nvSpPr>
        <p:spPr>
          <a:xfrm>
            <a:off x="6301839" y="4041400"/>
            <a:ext cx="5520000" cy="2520000"/>
          </a:xfrm>
        </p:spPr>
        <p:txBody>
          <a:bodyPr>
            <a:normAutofit/>
          </a:bodyPr>
          <a:lstStyle>
            <a:lvl2pPr>
              <a:defRPr sz="2000"/>
            </a:lvl2pPr>
            <a:lvl3pPr>
              <a:defRPr sz="1800"/>
            </a:lvl3pPr>
            <a:lvl4pPr>
              <a:defRPr sz="1600"/>
            </a:lvl4pPr>
            <a:lvl5pPr>
              <a:defRPr sz="1400"/>
            </a:lvl5p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7" name="Rectangle 2"/>
          <p:cNvSpPr>
            <a:spLocks noGrp="1" noChangeArrowheads="1"/>
          </p:cNvSpPr>
          <p:nvPr>
            <p:ph type="title"/>
          </p:nvPr>
        </p:nvSpPr>
        <p:spPr bwMode="auto">
          <a:xfrm>
            <a:off x="1405498" y="152400"/>
            <a:ext cx="10440000" cy="792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Tree>
    <p:extLst>
      <p:ext uri="{BB962C8B-B14F-4D97-AF65-F5344CB8AC3E}">
        <p14:creationId xmlns:p14="http://schemas.microsoft.com/office/powerpoint/2010/main" val="1862345119"/>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Content, and 2 Content">
    <p:spTree>
      <p:nvGrpSpPr>
        <p:cNvPr id="1" name=""/>
        <p:cNvGrpSpPr/>
        <p:nvPr/>
      </p:nvGrpSpPr>
      <p:grpSpPr>
        <a:xfrm>
          <a:off x="0" y="0"/>
          <a:ext cx="0" cy="0"/>
          <a:chOff x="0" y="0"/>
          <a:chExt cx="0" cy="0"/>
        </a:xfrm>
      </p:grpSpPr>
      <p:sp>
        <p:nvSpPr>
          <p:cNvPr id="8" name="Rectangle 6"/>
          <p:cNvSpPr>
            <a:spLocks noGrp="1" noChangeArrowheads="1"/>
          </p:cNvSpPr>
          <p:nvPr>
            <p:ph type="sldNum" sz="quarter" idx="12"/>
          </p:nvPr>
        </p:nvSpPr>
        <p:spPr>
          <a:ln/>
        </p:spPr>
        <p:txBody>
          <a:bodyPr/>
          <a:lstStyle>
            <a:lvl1pPr>
              <a:defRPr/>
            </a:lvl1pPr>
          </a:lstStyle>
          <a:p>
            <a:pPr>
              <a:defRPr/>
            </a:pPr>
            <a:fld id="{9092E468-E9E5-4A7D-AED8-26EE2E6C1519}" type="slidenum">
              <a:rPr lang="en-US"/>
              <a:pPr>
                <a:defRPr/>
              </a:pPr>
              <a:t>‹Nº›</a:t>
            </a:fld>
            <a:endParaRPr lang="en-US" dirty="0"/>
          </a:p>
        </p:txBody>
      </p:sp>
      <p:sp>
        <p:nvSpPr>
          <p:cNvPr id="9" name="4 Marcador de contenido"/>
          <p:cNvSpPr>
            <a:spLocks noGrp="1"/>
          </p:cNvSpPr>
          <p:nvPr>
            <p:ph sz="quarter" idx="3"/>
          </p:nvPr>
        </p:nvSpPr>
        <p:spPr>
          <a:xfrm>
            <a:off x="316675" y="1260377"/>
            <a:ext cx="5520000" cy="2520000"/>
          </a:xfrm>
        </p:spPr>
        <p:txBody>
          <a:bodyPr>
            <a:normAutofit/>
          </a:bodyPr>
          <a:lstStyle>
            <a:lvl2pPr>
              <a:defRPr sz="2000"/>
            </a:lvl2pPr>
            <a:lvl3pPr>
              <a:defRPr sz="1800"/>
            </a:lvl3pPr>
            <a:lvl4pPr>
              <a:defRPr sz="1600"/>
            </a:lvl4pPr>
            <a:lvl5pPr>
              <a:defRPr sz="1400"/>
            </a:lvl5p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10" name="4 Marcador de contenido"/>
          <p:cNvSpPr>
            <a:spLocks noGrp="1"/>
          </p:cNvSpPr>
          <p:nvPr>
            <p:ph sz="quarter" idx="13"/>
          </p:nvPr>
        </p:nvSpPr>
        <p:spPr>
          <a:xfrm>
            <a:off x="6310399" y="1262649"/>
            <a:ext cx="5520000" cy="2520000"/>
          </a:xfrm>
        </p:spPr>
        <p:txBody>
          <a:bodyPr>
            <a:normAutofit/>
          </a:bodyPr>
          <a:lstStyle>
            <a:lvl2pPr>
              <a:defRPr sz="2000"/>
            </a:lvl2pPr>
            <a:lvl3pPr>
              <a:defRPr sz="1800"/>
            </a:lvl3pPr>
            <a:lvl4pPr>
              <a:defRPr sz="1600"/>
            </a:lvl4pPr>
            <a:lvl5pPr>
              <a:defRPr sz="1400"/>
            </a:lvl5p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11" name="2 Marcador de texto"/>
          <p:cNvSpPr>
            <a:spLocks noGrp="1"/>
          </p:cNvSpPr>
          <p:nvPr>
            <p:ph type="body" sz="half" idx="1"/>
          </p:nvPr>
        </p:nvSpPr>
        <p:spPr>
          <a:xfrm>
            <a:off x="347165" y="4040805"/>
            <a:ext cx="11520000" cy="252000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Rectangle 2"/>
          <p:cNvSpPr>
            <a:spLocks noGrp="1" noChangeArrowheads="1"/>
          </p:cNvSpPr>
          <p:nvPr>
            <p:ph type="title"/>
          </p:nvPr>
        </p:nvSpPr>
        <p:spPr bwMode="auto">
          <a:xfrm>
            <a:off x="1405498" y="152400"/>
            <a:ext cx="10440000" cy="792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Tree>
    <p:extLst>
      <p:ext uri="{BB962C8B-B14F-4D97-AF65-F5344CB8AC3E}">
        <p14:creationId xmlns:p14="http://schemas.microsoft.com/office/powerpoint/2010/main" val="2703665208"/>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le, Content, and 2 Content">
    <p:spTree>
      <p:nvGrpSpPr>
        <p:cNvPr id="1" name=""/>
        <p:cNvGrpSpPr/>
        <p:nvPr/>
      </p:nvGrpSpPr>
      <p:grpSpPr>
        <a:xfrm>
          <a:off x="0" y="0"/>
          <a:ext cx="0" cy="0"/>
          <a:chOff x="0" y="0"/>
          <a:chExt cx="0" cy="0"/>
        </a:xfrm>
      </p:grpSpPr>
      <p:sp>
        <p:nvSpPr>
          <p:cNvPr id="8" name="Rectangle 6"/>
          <p:cNvSpPr>
            <a:spLocks noGrp="1" noChangeArrowheads="1"/>
          </p:cNvSpPr>
          <p:nvPr>
            <p:ph type="sldNum" sz="quarter" idx="12"/>
          </p:nvPr>
        </p:nvSpPr>
        <p:spPr>
          <a:ln/>
        </p:spPr>
        <p:txBody>
          <a:bodyPr/>
          <a:lstStyle>
            <a:lvl1pPr>
              <a:defRPr/>
            </a:lvl1pPr>
          </a:lstStyle>
          <a:p>
            <a:pPr>
              <a:defRPr/>
            </a:pPr>
            <a:fld id="{9092E468-E9E5-4A7D-AED8-26EE2E6C1519}" type="slidenum">
              <a:rPr lang="en-US"/>
              <a:pPr>
                <a:defRPr/>
              </a:pPr>
              <a:t>‹Nº›</a:t>
            </a:fld>
            <a:endParaRPr lang="en-US" dirty="0"/>
          </a:p>
        </p:txBody>
      </p:sp>
      <p:sp>
        <p:nvSpPr>
          <p:cNvPr id="9" name="4 Marcador de contenido"/>
          <p:cNvSpPr>
            <a:spLocks noGrp="1"/>
          </p:cNvSpPr>
          <p:nvPr>
            <p:ph sz="quarter" idx="3"/>
          </p:nvPr>
        </p:nvSpPr>
        <p:spPr>
          <a:xfrm>
            <a:off x="331333" y="4044558"/>
            <a:ext cx="5520000" cy="2520000"/>
          </a:xfrm>
        </p:spPr>
        <p:txBody>
          <a:bodyPr>
            <a:normAutofit/>
          </a:bodyPr>
          <a:lstStyle>
            <a:lvl2pPr>
              <a:defRPr sz="2000"/>
            </a:lvl2pPr>
            <a:lvl3pPr>
              <a:defRPr sz="1800"/>
            </a:lvl3pPr>
            <a:lvl4pPr>
              <a:defRPr sz="1600"/>
            </a:lvl4pPr>
            <a:lvl5pPr>
              <a:defRPr sz="1400"/>
            </a:lvl5p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10" name="4 Marcador de contenido"/>
          <p:cNvSpPr>
            <a:spLocks noGrp="1"/>
          </p:cNvSpPr>
          <p:nvPr>
            <p:ph sz="quarter" idx="13"/>
          </p:nvPr>
        </p:nvSpPr>
        <p:spPr>
          <a:xfrm>
            <a:off x="6294567" y="4046634"/>
            <a:ext cx="5520000" cy="2520000"/>
          </a:xfrm>
        </p:spPr>
        <p:txBody>
          <a:bodyPr>
            <a:normAutofit/>
          </a:bodyPr>
          <a:lstStyle>
            <a:lvl2pPr>
              <a:defRPr sz="2000"/>
            </a:lvl2pPr>
            <a:lvl3pPr>
              <a:defRPr sz="1800"/>
            </a:lvl3pPr>
            <a:lvl4pPr>
              <a:defRPr sz="1600"/>
            </a:lvl4pPr>
            <a:lvl5pPr>
              <a:defRPr sz="1400"/>
            </a:lvl5p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7" name="2 Marcador de texto"/>
          <p:cNvSpPr>
            <a:spLocks noGrp="1"/>
          </p:cNvSpPr>
          <p:nvPr>
            <p:ph type="body" sz="half" idx="1"/>
          </p:nvPr>
        </p:nvSpPr>
        <p:spPr>
          <a:xfrm>
            <a:off x="320229" y="1263713"/>
            <a:ext cx="11520000" cy="252000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11" name="Rectangle 2"/>
          <p:cNvSpPr>
            <a:spLocks noGrp="1" noChangeArrowheads="1"/>
          </p:cNvSpPr>
          <p:nvPr>
            <p:ph type="title"/>
          </p:nvPr>
        </p:nvSpPr>
        <p:spPr bwMode="auto">
          <a:xfrm>
            <a:off x="1405498" y="152400"/>
            <a:ext cx="10440000" cy="792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Tree>
    <p:extLst>
      <p:ext uri="{BB962C8B-B14F-4D97-AF65-F5344CB8AC3E}">
        <p14:creationId xmlns:p14="http://schemas.microsoft.com/office/powerpoint/2010/main" val="2834855050"/>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Title, Content, and 2 Content">
    <p:spTree>
      <p:nvGrpSpPr>
        <p:cNvPr id="1" name=""/>
        <p:cNvGrpSpPr/>
        <p:nvPr/>
      </p:nvGrpSpPr>
      <p:grpSpPr>
        <a:xfrm>
          <a:off x="0" y="0"/>
          <a:ext cx="0" cy="0"/>
          <a:chOff x="0" y="0"/>
          <a:chExt cx="0" cy="0"/>
        </a:xfrm>
      </p:grpSpPr>
      <p:sp>
        <p:nvSpPr>
          <p:cNvPr id="8" name="Rectangle 6"/>
          <p:cNvSpPr>
            <a:spLocks noGrp="1" noChangeArrowheads="1"/>
          </p:cNvSpPr>
          <p:nvPr>
            <p:ph type="sldNum" sz="quarter" idx="12"/>
          </p:nvPr>
        </p:nvSpPr>
        <p:spPr>
          <a:ln/>
        </p:spPr>
        <p:txBody>
          <a:bodyPr/>
          <a:lstStyle>
            <a:lvl1pPr>
              <a:defRPr/>
            </a:lvl1pPr>
          </a:lstStyle>
          <a:p>
            <a:pPr>
              <a:defRPr/>
            </a:pPr>
            <a:fld id="{9092E468-E9E5-4A7D-AED8-26EE2E6C1519}" type="slidenum">
              <a:rPr lang="en-US"/>
              <a:pPr>
                <a:defRPr/>
              </a:pPr>
              <a:t>‹Nº›</a:t>
            </a:fld>
            <a:endParaRPr lang="en-US" dirty="0"/>
          </a:p>
        </p:txBody>
      </p:sp>
      <p:sp>
        <p:nvSpPr>
          <p:cNvPr id="9" name="4 Marcador de contenido"/>
          <p:cNvSpPr>
            <a:spLocks noGrp="1"/>
          </p:cNvSpPr>
          <p:nvPr>
            <p:ph sz="quarter" idx="3"/>
          </p:nvPr>
        </p:nvSpPr>
        <p:spPr>
          <a:xfrm>
            <a:off x="331331" y="4049488"/>
            <a:ext cx="5472000" cy="2520000"/>
          </a:xfrm>
        </p:spPr>
        <p:txBody>
          <a:bodyPr>
            <a:normAutofit/>
          </a:bodyPr>
          <a:lstStyle>
            <a:lvl2pPr>
              <a:defRPr sz="2000"/>
            </a:lvl2pPr>
            <a:lvl3pPr>
              <a:defRPr sz="1800"/>
            </a:lvl3pPr>
            <a:lvl4pPr>
              <a:defRPr sz="1600"/>
            </a:lvl4pPr>
            <a:lvl5pPr>
              <a:defRPr sz="1400"/>
            </a:lvl5p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10" name="4 Marcador de contenido"/>
          <p:cNvSpPr>
            <a:spLocks noGrp="1"/>
          </p:cNvSpPr>
          <p:nvPr>
            <p:ph sz="quarter" idx="13"/>
          </p:nvPr>
        </p:nvSpPr>
        <p:spPr>
          <a:xfrm>
            <a:off x="6317672" y="1262650"/>
            <a:ext cx="5520000" cy="2520000"/>
          </a:xfrm>
        </p:spPr>
        <p:txBody>
          <a:bodyPr>
            <a:normAutofit/>
          </a:bodyPr>
          <a:lstStyle>
            <a:lvl2pPr>
              <a:defRPr sz="2000"/>
            </a:lvl2pPr>
            <a:lvl3pPr>
              <a:defRPr sz="1800"/>
            </a:lvl3pPr>
            <a:lvl4pPr>
              <a:defRPr sz="1600"/>
            </a:lvl4pPr>
            <a:lvl5pPr>
              <a:defRPr sz="1400"/>
            </a:lvl5p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11" name="2 Marcador de texto"/>
          <p:cNvSpPr>
            <a:spLocks noGrp="1"/>
          </p:cNvSpPr>
          <p:nvPr>
            <p:ph type="body" sz="half" idx="1"/>
          </p:nvPr>
        </p:nvSpPr>
        <p:spPr>
          <a:xfrm>
            <a:off x="6365173" y="4049488"/>
            <a:ext cx="5472000" cy="252000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2 Marcador de texto"/>
          <p:cNvSpPr>
            <a:spLocks noGrp="1"/>
          </p:cNvSpPr>
          <p:nvPr>
            <p:ph type="body" sz="half" idx="14"/>
          </p:nvPr>
        </p:nvSpPr>
        <p:spPr>
          <a:xfrm>
            <a:off x="314035" y="1268679"/>
            <a:ext cx="5520000" cy="252000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12" name="Rectangle 2"/>
          <p:cNvSpPr>
            <a:spLocks noGrp="1" noChangeArrowheads="1"/>
          </p:cNvSpPr>
          <p:nvPr>
            <p:ph type="title"/>
          </p:nvPr>
        </p:nvSpPr>
        <p:spPr bwMode="auto">
          <a:xfrm>
            <a:off x="1405498" y="152400"/>
            <a:ext cx="10440000" cy="792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Tree>
    <p:extLst>
      <p:ext uri="{BB962C8B-B14F-4D97-AF65-F5344CB8AC3E}">
        <p14:creationId xmlns:p14="http://schemas.microsoft.com/office/powerpoint/2010/main" val="1142873536"/>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5_Title, Content, and 2 Content">
    <p:spTree>
      <p:nvGrpSpPr>
        <p:cNvPr id="1" name=""/>
        <p:cNvGrpSpPr/>
        <p:nvPr/>
      </p:nvGrpSpPr>
      <p:grpSpPr>
        <a:xfrm>
          <a:off x="0" y="0"/>
          <a:ext cx="0" cy="0"/>
          <a:chOff x="0" y="0"/>
          <a:chExt cx="0" cy="0"/>
        </a:xfrm>
      </p:grpSpPr>
      <p:sp>
        <p:nvSpPr>
          <p:cNvPr id="8" name="Rectangle 6"/>
          <p:cNvSpPr>
            <a:spLocks noGrp="1" noChangeArrowheads="1"/>
          </p:cNvSpPr>
          <p:nvPr>
            <p:ph type="sldNum" sz="quarter" idx="12"/>
          </p:nvPr>
        </p:nvSpPr>
        <p:spPr>
          <a:ln/>
        </p:spPr>
        <p:txBody>
          <a:bodyPr/>
          <a:lstStyle>
            <a:lvl1pPr>
              <a:defRPr/>
            </a:lvl1pPr>
          </a:lstStyle>
          <a:p>
            <a:pPr>
              <a:defRPr/>
            </a:pPr>
            <a:fld id="{9092E468-E9E5-4A7D-AED8-26EE2E6C1519}" type="slidenum">
              <a:rPr lang="en-US"/>
              <a:pPr>
                <a:defRPr/>
              </a:pPr>
              <a:t>‹Nº›</a:t>
            </a:fld>
            <a:endParaRPr lang="en-US" dirty="0"/>
          </a:p>
        </p:txBody>
      </p:sp>
      <p:sp>
        <p:nvSpPr>
          <p:cNvPr id="9" name="4 Marcador de contenido"/>
          <p:cNvSpPr>
            <a:spLocks noGrp="1"/>
          </p:cNvSpPr>
          <p:nvPr>
            <p:ph sz="quarter" idx="3"/>
          </p:nvPr>
        </p:nvSpPr>
        <p:spPr>
          <a:xfrm>
            <a:off x="331331" y="1258863"/>
            <a:ext cx="5472000" cy="2520000"/>
          </a:xfrm>
        </p:spPr>
        <p:txBody>
          <a:bodyPr>
            <a:normAutofit/>
          </a:bodyPr>
          <a:lstStyle>
            <a:lvl2pPr>
              <a:defRPr sz="2000"/>
            </a:lvl2pPr>
            <a:lvl3pPr>
              <a:defRPr sz="1800"/>
            </a:lvl3pPr>
            <a:lvl4pPr>
              <a:defRPr sz="1600"/>
            </a:lvl4pPr>
            <a:lvl5pPr>
              <a:defRPr sz="1400"/>
            </a:lvl5p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10" name="4 Marcador de contenido"/>
          <p:cNvSpPr>
            <a:spLocks noGrp="1"/>
          </p:cNvSpPr>
          <p:nvPr>
            <p:ph sz="quarter" idx="13"/>
          </p:nvPr>
        </p:nvSpPr>
        <p:spPr>
          <a:xfrm>
            <a:off x="6317672" y="4041400"/>
            <a:ext cx="5520000" cy="2520000"/>
          </a:xfrm>
        </p:spPr>
        <p:txBody>
          <a:bodyPr>
            <a:normAutofit/>
          </a:bodyPr>
          <a:lstStyle>
            <a:lvl2pPr>
              <a:defRPr sz="2000"/>
            </a:lvl2pPr>
            <a:lvl3pPr>
              <a:defRPr sz="1800"/>
            </a:lvl3pPr>
            <a:lvl4pPr>
              <a:defRPr sz="1600"/>
            </a:lvl4pPr>
            <a:lvl5pPr>
              <a:defRPr sz="1400"/>
            </a:lvl5p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11" name="2 Marcador de texto"/>
          <p:cNvSpPr>
            <a:spLocks noGrp="1"/>
          </p:cNvSpPr>
          <p:nvPr>
            <p:ph type="body" sz="half" idx="1"/>
          </p:nvPr>
        </p:nvSpPr>
        <p:spPr>
          <a:xfrm>
            <a:off x="6317673" y="1258863"/>
            <a:ext cx="5520000" cy="252000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2 Marcador de texto"/>
          <p:cNvSpPr>
            <a:spLocks noGrp="1"/>
          </p:cNvSpPr>
          <p:nvPr>
            <p:ph type="body" sz="half" idx="14"/>
          </p:nvPr>
        </p:nvSpPr>
        <p:spPr>
          <a:xfrm>
            <a:off x="329868" y="4047429"/>
            <a:ext cx="5520000" cy="252000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12" name="Rectangle 2"/>
          <p:cNvSpPr>
            <a:spLocks noGrp="1" noChangeArrowheads="1"/>
          </p:cNvSpPr>
          <p:nvPr>
            <p:ph type="title"/>
          </p:nvPr>
        </p:nvSpPr>
        <p:spPr bwMode="auto">
          <a:xfrm>
            <a:off x="1405498" y="152400"/>
            <a:ext cx="10440000" cy="792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Tree>
    <p:extLst>
      <p:ext uri="{BB962C8B-B14F-4D97-AF65-F5344CB8AC3E}">
        <p14:creationId xmlns:p14="http://schemas.microsoft.com/office/powerpoint/2010/main" val="3635410670"/>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6_Title, Content, and 2 Content">
    <p:spTree>
      <p:nvGrpSpPr>
        <p:cNvPr id="1" name=""/>
        <p:cNvGrpSpPr/>
        <p:nvPr/>
      </p:nvGrpSpPr>
      <p:grpSpPr>
        <a:xfrm>
          <a:off x="0" y="0"/>
          <a:ext cx="0" cy="0"/>
          <a:chOff x="0" y="0"/>
          <a:chExt cx="0" cy="0"/>
        </a:xfrm>
      </p:grpSpPr>
      <p:sp>
        <p:nvSpPr>
          <p:cNvPr id="9" name="4 Marcador de contenido"/>
          <p:cNvSpPr>
            <a:spLocks noGrp="1"/>
          </p:cNvSpPr>
          <p:nvPr>
            <p:ph sz="quarter" idx="3"/>
          </p:nvPr>
        </p:nvSpPr>
        <p:spPr>
          <a:xfrm>
            <a:off x="347373" y="4050201"/>
            <a:ext cx="5472000" cy="2520000"/>
          </a:xfrm>
        </p:spPr>
        <p:txBody>
          <a:bodyPr>
            <a:normAutofit/>
          </a:bodyPr>
          <a:lstStyle>
            <a:lvl2pPr>
              <a:defRPr sz="2000"/>
            </a:lvl2pPr>
            <a:lvl3pPr>
              <a:defRPr sz="1800"/>
            </a:lvl3pPr>
            <a:lvl4pPr>
              <a:defRPr sz="1600"/>
            </a:lvl4pPr>
            <a:lvl5pPr>
              <a:defRPr sz="1400"/>
            </a:lvl5p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8" name="Rectangle 6"/>
          <p:cNvSpPr>
            <a:spLocks noGrp="1" noChangeArrowheads="1"/>
          </p:cNvSpPr>
          <p:nvPr>
            <p:ph type="sldNum" sz="quarter" idx="12"/>
          </p:nvPr>
        </p:nvSpPr>
        <p:spPr>
          <a:ln/>
        </p:spPr>
        <p:txBody>
          <a:bodyPr/>
          <a:lstStyle>
            <a:lvl1pPr>
              <a:defRPr/>
            </a:lvl1pPr>
          </a:lstStyle>
          <a:p>
            <a:pPr>
              <a:defRPr/>
            </a:pPr>
            <a:fld id="{9092E468-E9E5-4A7D-AED8-26EE2E6C1519}" type="slidenum">
              <a:rPr lang="en-US"/>
              <a:pPr>
                <a:defRPr/>
              </a:pPr>
              <a:t>‹Nº›</a:t>
            </a:fld>
            <a:endParaRPr lang="en-US" dirty="0"/>
          </a:p>
        </p:txBody>
      </p:sp>
      <p:sp>
        <p:nvSpPr>
          <p:cNvPr id="10" name="4 Marcador de contenido"/>
          <p:cNvSpPr>
            <a:spLocks noGrp="1"/>
          </p:cNvSpPr>
          <p:nvPr>
            <p:ph sz="quarter" idx="13"/>
          </p:nvPr>
        </p:nvSpPr>
        <p:spPr>
          <a:xfrm>
            <a:off x="6317672" y="4041400"/>
            <a:ext cx="5520000" cy="2520000"/>
          </a:xfrm>
        </p:spPr>
        <p:txBody>
          <a:bodyPr>
            <a:normAutofit/>
          </a:bodyPr>
          <a:lstStyle>
            <a:lvl2pPr>
              <a:defRPr sz="2000"/>
            </a:lvl2pPr>
            <a:lvl3pPr>
              <a:defRPr sz="1800"/>
            </a:lvl3pPr>
            <a:lvl4pPr>
              <a:defRPr sz="1600"/>
            </a:lvl4pPr>
            <a:lvl5pPr>
              <a:defRPr sz="1400"/>
            </a:lvl5p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11" name="2 Marcador de texto"/>
          <p:cNvSpPr>
            <a:spLocks noGrp="1"/>
          </p:cNvSpPr>
          <p:nvPr>
            <p:ph type="body" sz="half" idx="1"/>
          </p:nvPr>
        </p:nvSpPr>
        <p:spPr>
          <a:xfrm>
            <a:off x="6317673" y="1258863"/>
            <a:ext cx="5520000" cy="252000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2 Marcador de texto"/>
          <p:cNvSpPr>
            <a:spLocks noGrp="1"/>
          </p:cNvSpPr>
          <p:nvPr>
            <p:ph type="body" sz="half" idx="14"/>
          </p:nvPr>
        </p:nvSpPr>
        <p:spPr>
          <a:xfrm>
            <a:off x="329868" y="1256090"/>
            <a:ext cx="5520000" cy="252000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12" name="Rectangle 2"/>
          <p:cNvSpPr>
            <a:spLocks noGrp="1" noChangeArrowheads="1"/>
          </p:cNvSpPr>
          <p:nvPr>
            <p:ph type="title"/>
          </p:nvPr>
        </p:nvSpPr>
        <p:spPr bwMode="auto">
          <a:xfrm>
            <a:off x="1405498" y="152400"/>
            <a:ext cx="10440000" cy="792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Tree>
    <p:extLst>
      <p:ext uri="{BB962C8B-B14F-4D97-AF65-F5344CB8AC3E}">
        <p14:creationId xmlns:p14="http://schemas.microsoft.com/office/powerpoint/2010/main" val="1567317548"/>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7_Title, Content, and 2 Content">
    <p:spTree>
      <p:nvGrpSpPr>
        <p:cNvPr id="1" name=""/>
        <p:cNvGrpSpPr/>
        <p:nvPr/>
      </p:nvGrpSpPr>
      <p:grpSpPr>
        <a:xfrm>
          <a:off x="0" y="0"/>
          <a:ext cx="0" cy="0"/>
          <a:chOff x="0" y="0"/>
          <a:chExt cx="0" cy="0"/>
        </a:xfrm>
      </p:grpSpPr>
      <p:sp>
        <p:nvSpPr>
          <p:cNvPr id="7" name="2 Marcador de texto"/>
          <p:cNvSpPr>
            <a:spLocks noGrp="1"/>
          </p:cNvSpPr>
          <p:nvPr>
            <p:ph type="body" sz="half" idx="14"/>
          </p:nvPr>
        </p:nvSpPr>
        <p:spPr>
          <a:xfrm>
            <a:off x="330077" y="4060003"/>
            <a:ext cx="5520000" cy="252000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8" name="Rectangle 6"/>
          <p:cNvSpPr>
            <a:spLocks noGrp="1" noChangeArrowheads="1"/>
          </p:cNvSpPr>
          <p:nvPr>
            <p:ph type="sldNum" sz="quarter" idx="12"/>
          </p:nvPr>
        </p:nvSpPr>
        <p:spPr>
          <a:ln/>
        </p:spPr>
        <p:txBody>
          <a:bodyPr/>
          <a:lstStyle>
            <a:lvl1pPr>
              <a:defRPr/>
            </a:lvl1pPr>
          </a:lstStyle>
          <a:p>
            <a:pPr>
              <a:defRPr/>
            </a:pPr>
            <a:fld id="{9092E468-E9E5-4A7D-AED8-26EE2E6C1519}" type="slidenum">
              <a:rPr lang="en-US"/>
              <a:pPr>
                <a:defRPr/>
              </a:pPr>
              <a:t>‹Nº›</a:t>
            </a:fld>
            <a:endParaRPr lang="en-US" dirty="0"/>
          </a:p>
        </p:txBody>
      </p:sp>
      <p:sp>
        <p:nvSpPr>
          <p:cNvPr id="9" name="4 Marcador de contenido"/>
          <p:cNvSpPr>
            <a:spLocks noGrp="1"/>
          </p:cNvSpPr>
          <p:nvPr>
            <p:ph sz="quarter" idx="3"/>
          </p:nvPr>
        </p:nvSpPr>
        <p:spPr>
          <a:xfrm>
            <a:off x="331331" y="1246116"/>
            <a:ext cx="5472000" cy="2520000"/>
          </a:xfrm>
        </p:spPr>
        <p:txBody>
          <a:bodyPr>
            <a:normAutofit/>
          </a:bodyPr>
          <a:lstStyle>
            <a:lvl2pPr>
              <a:defRPr sz="2000"/>
            </a:lvl2pPr>
            <a:lvl3pPr>
              <a:defRPr sz="1800"/>
            </a:lvl3pPr>
            <a:lvl4pPr>
              <a:defRPr sz="1600"/>
            </a:lvl4pPr>
            <a:lvl5pPr>
              <a:defRPr sz="1400"/>
            </a:lvl5p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10" name="4 Marcador de contenido"/>
          <p:cNvSpPr>
            <a:spLocks noGrp="1"/>
          </p:cNvSpPr>
          <p:nvPr>
            <p:ph sz="quarter" idx="13"/>
          </p:nvPr>
        </p:nvSpPr>
        <p:spPr>
          <a:xfrm>
            <a:off x="6317672" y="1262650"/>
            <a:ext cx="5520000" cy="2520000"/>
          </a:xfrm>
        </p:spPr>
        <p:txBody>
          <a:bodyPr>
            <a:normAutofit/>
          </a:bodyPr>
          <a:lstStyle>
            <a:lvl2pPr>
              <a:defRPr sz="2000"/>
            </a:lvl2pPr>
            <a:lvl3pPr>
              <a:defRPr sz="1800"/>
            </a:lvl3pPr>
            <a:lvl4pPr>
              <a:defRPr sz="1600"/>
            </a:lvl4pPr>
            <a:lvl5pPr>
              <a:defRPr sz="1400"/>
            </a:lvl5p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11" name="2 Marcador de texto"/>
          <p:cNvSpPr>
            <a:spLocks noGrp="1"/>
          </p:cNvSpPr>
          <p:nvPr>
            <p:ph type="body" sz="half" idx="1"/>
          </p:nvPr>
        </p:nvSpPr>
        <p:spPr>
          <a:xfrm>
            <a:off x="6365173" y="4049488"/>
            <a:ext cx="5472000" cy="252000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12" name="Rectangle 2"/>
          <p:cNvSpPr>
            <a:spLocks noGrp="1" noChangeArrowheads="1"/>
          </p:cNvSpPr>
          <p:nvPr>
            <p:ph type="title"/>
          </p:nvPr>
        </p:nvSpPr>
        <p:spPr bwMode="auto">
          <a:xfrm>
            <a:off x="1405498" y="152400"/>
            <a:ext cx="10440000" cy="792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Tree>
    <p:extLst>
      <p:ext uri="{BB962C8B-B14F-4D97-AF65-F5344CB8AC3E}">
        <p14:creationId xmlns:p14="http://schemas.microsoft.com/office/powerpoint/2010/main" val="2838640959"/>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Title, Content, and 2 Content">
    <p:spTree>
      <p:nvGrpSpPr>
        <p:cNvPr id="1" name=""/>
        <p:cNvGrpSpPr/>
        <p:nvPr/>
      </p:nvGrpSpPr>
      <p:grpSpPr>
        <a:xfrm>
          <a:off x="0" y="0"/>
          <a:ext cx="0" cy="0"/>
          <a:chOff x="0" y="0"/>
          <a:chExt cx="0" cy="0"/>
        </a:xfrm>
      </p:grpSpPr>
      <p:sp>
        <p:nvSpPr>
          <p:cNvPr id="8" name="Rectangle 6"/>
          <p:cNvSpPr>
            <a:spLocks noGrp="1" noChangeArrowheads="1"/>
          </p:cNvSpPr>
          <p:nvPr>
            <p:ph type="sldNum" sz="quarter" idx="12"/>
          </p:nvPr>
        </p:nvSpPr>
        <p:spPr>
          <a:ln/>
        </p:spPr>
        <p:txBody>
          <a:bodyPr/>
          <a:lstStyle>
            <a:lvl1pPr>
              <a:defRPr/>
            </a:lvl1pPr>
          </a:lstStyle>
          <a:p>
            <a:pPr>
              <a:defRPr/>
            </a:pPr>
            <a:fld id="{9092E468-E9E5-4A7D-AED8-26EE2E6C1519}" type="slidenum">
              <a:rPr lang="en-US"/>
              <a:pPr>
                <a:defRPr/>
              </a:pPr>
              <a:t>‹Nº›</a:t>
            </a:fld>
            <a:endParaRPr lang="en-US" dirty="0"/>
          </a:p>
        </p:txBody>
      </p:sp>
      <p:sp>
        <p:nvSpPr>
          <p:cNvPr id="9" name="4 Marcador de contenido"/>
          <p:cNvSpPr>
            <a:spLocks noGrp="1"/>
          </p:cNvSpPr>
          <p:nvPr>
            <p:ph sz="quarter" idx="3"/>
          </p:nvPr>
        </p:nvSpPr>
        <p:spPr>
          <a:xfrm>
            <a:off x="331333" y="1260377"/>
            <a:ext cx="5520000" cy="2520000"/>
          </a:xfrm>
        </p:spPr>
        <p:txBody>
          <a:bodyPr>
            <a:normAutofit/>
          </a:bodyPr>
          <a:lstStyle>
            <a:lvl2pPr>
              <a:defRPr sz="2000"/>
            </a:lvl2pPr>
            <a:lvl3pPr>
              <a:defRPr sz="1800"/>
            </a:lvl3pPr>
            <a:lvl4pPr>
              <a:defRPr sz="1600"/>
            </a:lvl4pPr>
            <a:lvl5pPr>
              <a:defRPr sz="1400"/>
            </a:lvl5p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10" name="4 Marcador de contenido"/>
          <p:cNvSpPr>
            <a:spLocks noGrp="1"/>
          </p:cNvSpPr>
          <p:nvPr>
            <p:ph sz="quarter" idx="13"/>
          </p:nvPr>
        </p:nvSpPr>
        <p:spPr>
          <a:xfrm>
            <a:off x="6310400" y="1262649"/>
            <a:ext cx="5520000" cy="2520000"/>
          </a:xfrm>
        </p:spPr>
        <p:txBody>
          <a:bodyPr>
            <a:normAutofit/>
          </a:bodyPr>
          <a:lstStyle>
            <a:lvl2pPr>
              <a:defRPr sz="2000"/>
            </a:lvl2pPr>
            <a:lvl3pPr>
              <a:defRPr sz="1800"/>
            </a:lvl3pPr>
            <a:lvl4pPr>
              <a:defRPr sz="1600"/>
            </a:lvl4pPr>
            <a:lvl5pPr>
              <a:defRPr sz="1400"/>
            </a:lvl5p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11" name="2 Marcador de texto"/>
          <p:cNvSpPr>
            <a:spLocks noGrp="1"/>
          </p:cNvSpPr>
          <p:nvPr>
            <p:ph type="body" sz="half" idx="1"/>
          </p:nvPr>
        </p:nvSpPr>
        <p:spPr>
          <a:xfrm>
            <a:off x="331335" y="4040805"/>
            <a:ext cx="11520000" cy="252000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Rectangle 2"/>
          <p:cNvSpPr>
            <a:spLocks noGrp="1" noChangeArrowheads="1"/>
          </p:cNvSpPr>
          <p:nvPr>
            <p:ph type="title"/>
          </p:nvPr>
        </p:nvSpPr>
        <p:spPr bwMode="auto">
          <a:xfrm>
            <a:off x="1405498" y="152400"/>
            <a:ext cx="10440000" cy="792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Tree>
    <p:extLst>
      <p:ext uri="{BB962C8B-B14F-4D97-AF65-F5344CB8AC3E}">
        <p14:creationId xmlns:p14="http://schemas.microsoft.com/office/powerpoint/2010/main" val="154516132"/>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ítulo y texto encima de los objetos">
    <p:spTree>
      <p:nvGrpSpPr>
        <p:cNvPr id="1" name=""/>
        <p:cNvGrpSpPr/>
        <p:nvPr/>
      </p:nvGrpSpPr>
      <p:grpSpPr>
        <a:xfrm>
          <a:off x="0" y="0"/>
          <a:ext cx="0" cy="0"/>
          <a:chOff x="0" y="0"/>
          <a:chExt cx="0" cy="0"/>
        </a:xfrm>
      </p:grpSpPr>
      <p:sp>
        <p:nvSpPr>
          <p:cNvPr id="3" name="2 Marcador de texto"/>
          <p:cNvSpPr>
            <a:spLocks noGrp="1"/>
          </p:cNvSpPr>
          <p:nvPr>
            <p:ph type="body" sz="half" idx="1"/>
          </p:nvPr>
        </p:nvSpPr>
        <p:spPr>
          <a:xfrm>
            <a:off x="320229" y="1263713"/>
            <a:ext cx="11520000" cy="2520000"/>
          </a:xfrm>
        </p:spPr>
        <p:txBody>
          <a:body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MX" dirty="0"/>
          </a:p>
        </p:txBody>
      </p:sp>
      <p:sp>
        <p:nvSpPr>
          <p:cNvPr id="4" name="3 Marcador de contenido"/>
          <p:cNvSpPr>
            <a:spLocks noGrp="1"/>
          </p:cNvSpPr>
          <p:nvPr>
            <p:ph sz="half" idx="2"/>
          </p:nvPr>
        </p:nvSpPr>
        <p:spPr>
          <a:xfrm>
            <a:off x="320229" y="4034759"/>
            <a:ext cx="11520000" cy="252000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8" name="Rectangle 6"/>
          <p:cNvSpPr>
            <a:spLocks noGrp="1" noChangeArrowheads="1"/>
          </p:cNvSpPr>
          <p:nvPr>
            <p:ph type="sldNum" sz="quarter" idx="4"/>
          </p:nvPr>
        </p:nvSpPr>
        <p:spPr bwMode="auto">
          <a:xfrm>
            <a:off x="11450649" y="6588491"/>
            <a:ext cx="720000" cy="252000"/>
          </a:xfrm>
          <a:prstGeom prst="rect">
            <a:avLst/>
          </a:prstGeom>
          <a:noFill/>
          <a:ln w="9525">
            <a:noFill/>
            <a:miter lim="800000"/>
            <a:headEnd/>
            <a:tailEnd/>
          </a:ln>
          <a:effectLst/>
        </p:spPr>
        <p:txBody>
          <a:bodyPr vert="horz" wrap="square" lIns="36000" tIns="36000" rIns="36000" bIns="36000" numCol="1" anchor="b" anchorCtr="1" compatLnSpc="1">
            <a:prstTxWarp prst="textNoShape">
              <a:avLst/>
            </a:prstTxWarp>
          </a:bodyPr>
          <a:lstStyle>
            <a:lvl1pPr algn="ctr">
              <a:defRPr sz="1200" b="1">
                <a:solidFill>
                  <a:schemeClr val="bg2"/>
                </a:solidFill>
                <a:latin typeface="Arial" charset="0"/>
              </a:defRPr>
            </a:lvl1pPr>
          </a:lstStyle>
          <a:p>
            <a:pPr>
              <a:defRPr/>
            </a:pPr>
            <a:fld id="{CE838C73-DD8E-46F6-9888-7F8742BD21C8}" type="slidenum">
              <a:rPr lang="en-US" smtClean="0"/>
              <a:pPr>
                <a:defRPr/>
              </a:pPr>
              <a:t>‹Nº›</a:t>
            </a:fld>
            <a:endParaRPr lang="en-US" dirty="0"/>
          </a:p>
        </p:txBody>
      </p:sp>
      <p:sp>
        <p:nvSpPr>
          <p:cNvPr id="7" name="Rectangle 2"/>
          <p:cNvSpPr>
            <a:spLocks noGrp="1" noChangeArrowheads="1"/>
          </p:cNvSpPr>
          <p:nvPr>
            <p:ph type="title"/>
          </p:nvPr>
        </p:nvSpPr>
        <p:spPr bwMode="auto">
          <a:xfrm>
            <a:off x="1405498" y="152400"/>
            <a:ext cx="10440000" cy="792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Tree>
    <p:extLst>
      <p:ext uri="{BB962C8B-B14F-4D97-AF65-F5344CB8AC3E}">
        <p14:creationId xmlns:p14="http://schemas.microsoft.com/office/powerpoint/2010/main" val="3375490575"/>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Título y texto encima de los objetos">
    <p:spTree>
      <p:nvGrpSpPr>
        <p:cNvPr id="1" name=""/>
        <p:cNvGrpSpPr/>
        <p:nvPr/>
      </p:nvGrpSpPr>
      <p:grpSpPr>
        <a:xfrm>
          <a:off x="0" y="0"/>
          <a:ext cx="0" cy="0"/>
          <a:chOff x="0" y="0"/>
          <a:chExt cx="0" cy="0"/>
        </a:xfrm>
      </p:grpSpPr>
      <p:sp>
        <p:nvSpPr>
          <p:cNvPr id="3" name="2 Marcador de texto"/>
          <p:cNvSpPr>
            <a:spLocks noGrp="1"/>
          </p:cNvSpPr>
          <p:nvPr>
            <p:ph type="body" sz="half" idx="1"/>
          </p:nvPr>
        </p:nvSpPr>
        <p:spPr>
          <a:xfrm>
            <a:off x="328969" y="4032986"/>
            <a:ext cx="11520000" cy="2520000"/>
          </a:xfrm>
        </p:spPr>
        <p:txBody>
          <a:body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MX" dirty="0"/>
          </a:p>
        </p:txBody>
      </p:sp>
      <p:sp>
        <p:nvSpPr>
          <p:cNvPr id="4" name="3 Marcador de contenido"/>
          <p:cNvSpPr>
            <a:spLocks noGrp="1"/>
          </p:cNvSpPr>
          <p:nvPr>
            <p:ph sz="half" idx="2"/>
          </p:nvPr>
        </p:nvSpPr>
        <p:spPr>
          <a:xfrm>
            <a:off x="328971" y="1279975"/>
            <a:ext cx="11520000" cy="252000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8" name="Rectangle 6"/>
          <p:cNvSpPr>
            <a:spLocks noGrp="1" noChangeArrowheads="1"/>
          </p:cNvSpPr>
          <p:nvPr>
            <p:ph type="sldNum" sz="quarter" idx="4"/>
          </p:nvPr>
        </p:nvSpPr>
        <p:spPr bwMode="auto">
          <a:xfrm>
            <a:off x="11450649" y="6588491"/>
            <a:ext cx="720000" cy="252000"/>
          </a:xfrm>
          <a:prstGeom prst="rect">
            <a:avLst/>
          </a:prstGeom>
          <a:noFill/>
          <a:ln w="9525">
            <a:noFill/>
            <a:miter lim="800000"/>
            <a:headEnd/>
            <a:tailEnd/>
          </a:ln>
          <a:effectLst/>
        </p:spPr>
        <p:txBody>
          <a:bodyPr vert="horz" wrap="square" lIns="36000" tIns="36000" rIns="36000" bIns="36000" numCol="1" anchor="b" anchorCtr="1" compatLnSpc="1">
            <a:prstTxWarp prst="textNoShape">
              <a:avLst/>
            </a:prstTxWarp>
          </a:bodyPr>
          <a:lstStyle>
            <a:lvl1pPr algn="ctr">
              <a:defRPr sz="1200" b="1">
                <a:solidFill>
                  <a:schemeClr val="bg2"/>
                </a:solidFill>
                <a:latin typeface="Arial" charset="0"/>
              </a:defRPr>
            </a:lvl1pPr>
          </a:lstStyle>
          <a:p>
            <a:pPr>
              <a:defRPr/>
            </a:pPr>
            <a:fld id="{CE838C73-DD8E-46F6-9888-7F8742BD21C8}" type="slidenum">
              <a:rPr lang="en-US" smtClean="0"/>
              <a:pPr>
                <a:defRPr/>
              </a:pPr>
              <a:t>‹Nº›</a:t>
            </a:fld>
            <a:endParaRPr lang="en-US" dirty="0"/>
          </a:p>
        </p:txBody>
      </p:sp>
      <p:sp>
        <p:nvSpPr>
          <p:cNvPr id="7" name="Rectangle 2"/>
          <p:cNvSpPr>
            <a:spLocks noGrp="1" noChangeArrowheads="1"/>
          </p:cNvSpPr>
          <p:nvPr>
            <p:ph type="title"/>
          </p:nvPr>
        </p:nvSpPr>
        <p:spPr bwMode="auto">
          <a:xfrm>
            <a:off x="1405498" y="152400"/>
            <a:ext cx="10440000" cy="792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Tree>
    <p:extLst>
      <p:ext uri="{BB962C8B-B14F-4D97-AF65-F5344CB8AC3E}">
        <p14:creationId xmlns:p14="http://schemas.microsoft.com/office/powerpoint/2010/main" val="1010551776"/>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Rectangle 6"/>
          <p:cNvSpPr>
            <a:spLocks noGrp="1" noChangeArrowheads="1"/>
          </p:cNvSpPr>
          <p:nvPr>
            <p:ph type="sldNum" sz="quarter" idx="12"/>
          </p:nvPr>
        </p:nvSpPr>
        <p:spPr>
          <a:ln/>
        </p:spPr>
        <p:txBody>
          <a:bodyPr/>
          <a:lstStyle>
            <a:lvl1pPr>
              <a:defRPr/>
            </a:lvl1pPr>
          </a:lstStyle>
          <a:p>
            <a:pPr>
              <a:defRPr/>
            </a:pPr>
            <a:fld id="{261F64AE-5BF7-40C8-A12C-200D16E9C926}" type="slidenum">
              <a:rPr lang="en-US"/>
              <a:pPr>
                <a:defRPr/>
              </a:pPr>
              <a:t>‹Nº›</a:t>
            </a:fld>
            <a:endParaRPr lang="en-US" dirty="0"/>
          </a:p>
        </p:txBody>
      </p:sp>
      <p:sp>
        <p:nvSpPr>
          <p:cNvPr id="4" name="Rectangle 2"/>
          <p:cNvSpPr>
            <a:spLocks noGrp="1" noChangeArrowheads="1"/>
          </p:cNvSpPr>
          <p:nvPr>
            <p:ph type="title"/>
          </p:nvPr>
        </p:nvSpPr>
        <p:spPr bwMode="auto">
          <a:xfrm>
            <a:off x="1405498" y="152400"/>
            <a:ext cx="10440000" cy="792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Tree>
    <p:extLst>
      <p:ext uri="{BB962C8B-B14F-4D97-AF65-F5344CB8AC3E}">
        <p14:creationId xmlns:p14="http://schemas.microsoft.com/office/powerpoint/2010/main" val="2726056246"/>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cSld name="En blanco">
    <p:spTree>
      <p:nvGrpSpPr>
        <p:cNvPr id="1" name=""/>
        <p:cNvGrpSpPr/>
        <p:nvPr/>
      </p:nvGrpSpPr>
      <p:grpSpPr>
        <a:xfrm>
          <a:off x="0" y="0"/>
          <a:ext cx="0" cy="0"/>
          <a:chOff x="0" y="0"/>
          <a:chExt cx="0" cy="0"/>
        </a:xfrm>
      </p:grpSpPr>
      <p:sp>
        <p:nvSpPr>
          <p:cNvPr id="2" name="Rectangle 8"/>
          <p:cNvSpPr>
            <a:spLocks noGrp="1" noChangeArrowheads="1"/>
          </p:cNvSpPr>
          <p:nvPr>
            <p:ph type="sldNum" sz="quarter" idx="10"/>
          </p:nvPr>
        </p:nvSpPr>
        <p:spPr>
          <a:ln/>
        </p:spPr>
        <p:txBody>
          <a:bodyPr/>
          <a:lstStyle>
            <a:lvl1pPr>
              <a:defRPr/>
            </a:lvl1pPr>
          </a:lstStyle>
          <a:p>
            <a:pPr>
              <a:defRPr/>
            </a:pPr>
            <a:fld id="{1BB054F9-AD38-47A5-A459-DBF35250F40A}" type="slidenum">
              <a:rPr lang="es-ES"/>
              <a:pPr>
                <a:defRPr/>
              </a:pPr>
              <a:t>‹Nº›</a:t>
            </a:fld>
            <a:endParaRPr lang="es-ES" dirty="0"/>
          </a:p>
        </p:txBody>
      </p:sp>
    </p:spTree>
    <p:extLst>
      <p:ext uri="{BB962C8B-B14F-4D97-AF65-F5344CB8AC3E}">
        <p14:creationId xmlns:p14="http://schemas.microsoft.com/office/powerpoint/2010/main" val="2309564218"/>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Gráfico 1">
            <a:extLst>
              <a:ext uri="{FF2B5EF4-FFF2-40B4-BE49-F238E27FC236}">
                <a16:creationId xmlns:a16="http://schemas.microsoft.com/office/drawing/2014/main" id="{1D9FF061-C1E2-8EA7-1CD4-6E66889624DA}"/>
              </a:ext>
            </a:extLst>
          </p:cNvPr>
          <p:cNvPicPr>
            <a:picLocks noChangeAspect="1"/>
          </p:cNvPicPr>
          <p:nvPr userDrawn="1"/>
        </p:nvPicPr>
        <p:blipFill rotWithShape="1">
          <a:blip r:embed="rId21">
            <a:extLst>
              <a:ext uri="{96DAC541-7B7A-43D3-8B79-37D633B846F1}">
                <asvg:svgBlip xmlns:asvg="http://schemas.microsoft.com/office/drawing/2016/SVG/main" r:embed="rId22"/>
              </a:ext>
            </a:extLst>
          </a:blip>
          <a:srcRect l="12050" t="10036" r="12007" b="10108"/>
          <a:stretch/>
        </p:blipFill>
        <p:spPr>
          <a:xfrm>
            <a:off x="573708" y="124034"/>
            <a:ext cx="795511" cy="836511"/>
          </a:xfrm>
          <a:prstGeom prst="rect">
            <a:avLst/>
          </a:prstGeom>
        </p:spPr>
      </p:pic>
      <p:sp>
        <p:nvSpPr>
          <p:cNvPr id="1026" name="Rectangle 2"/>
          <p:cNvSpPr>
            <a:spLocks noGrp="1" noChangeArrowheads="1"/>
          </p:cNvSpPr>
          <p:nvPr>
            <p:ph type="title"/>
          </p:nvPr>
        </p:nvSpPr>
        <p:spPr bwMode="auto">
          <a:xfrm>
            <a:off x="1405498" y="152400"/>
            <a:ext cx="10440000" cy="792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027" name="Rectangle 3"/>
          <p:cNvSpPr>
            <a:spLocks noGrp="1" noChangeArrowheads="1"/>
          </p:cNvSpPr>
          <p:nvPr>
            <p:ph type="body" idx="1"/>
          </p:nvPr>
        </p:nvSpPr>
        <p:spPr bwMode="auto">
          <a:xfrm>
            <a:off x="316675" y="1270658"/>
            <a:ext cx="11520000" cy="5292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30" name="Rectangle 6"/>
          <p:cNvSpPr>
            <a:spLocks noGrp="1" noChangeArrowheads="1"/>
          </p:cNvSpPr>
          <p:nvPr>
            <p:ph type="sldNum" sz="quarter" idx="4"/>
          </p:nvPr>
        </p:nvSpPr>
        <p:spPr bwMode="auto">
          <a:xfrm>
            <a:off x="11450649" y="6588491"/>
            <a:ext cx="720000" cy="252000"/>
          </a:xfrm>
          <a:prstGeom prst="rect">
            <a:avLst/>
          </a:prstGeom>
          <a:noFill/>
          <a:ln w="9525">
            <a:noFill/>
            <a:miter lim="800000"/>
            <a:headEnd/>
            <a:tailEnd/>
          </a:ln>
          <a:effectLst/>
        </p:spPr>
        <p:txBody>
          <a:bodyPr vert="horz" wrap="square" lIns="36000" tIns="36000" rIns="36000" bIns="36000" numCol="1" anchor="b" anchorCtr="1" compatLnSpc="1">
            <a:prstTxWarp prst="textNoShape">
              <a:avLst/>
            </a:prstTxWarp>
          </a:bodyPr>
          <a:lstStyle>
            <a:lvl1pPr algn="ctr">
              <a:defRPr sz="1200" b="1">
                <a:solidFill>
                  <a:schemeClr val="bg2"/>
                </a:solidFill>
                <a:latin typeface="Arial" charset="0"/>
              </a:defRPr>
            </a:lvl1pPr>
          </a:lstStyle>
          <a:p>
            <a:pPr>
              <a:defRPr/>
            </a:pPr>
            <a:fld id="{CE838C73-DD8E-46F6-9888-7F8742BD21C8}" type="slidenum">
              <a:rPr lang="en-US" smtClean="0"/>
              <a:pPr>
                <a:defRPr/>
              </a:pPr>
              <a:t>‹Nº›</a:t>
            </a:fld>
            <a:endParaRPr lang="en-US" dirty="0"/>
          </a:p>
        </p:txBody>
      </p:sp>
      <p:sp>
        <p:nvSpPr>
          <p:cNvPr id="1041" name="Line 17"/>
          <p:cNvSpPr>
            <a:spLocks noChangeShapeType="1"/>
          </p:cNvSpPr>
          <p:nvPr/>
        </p:nvSpPr>
        <p:spPr bwMode="auto">
          <a:xfrm>
            <a:off x="237067" y="987425"/>
            <a:ext cx="11664000" cy="0"/>
          </a:xfrm>
          <a:prstGeom prst="line">
            <a:avLst/>
          </a:prstGeom>
          <a:noFill/>
          <a:ln w="28575">
            <a:solidFill>
              <a:srgbClr val="001A66"/>
            </a:solidFill>
            <a:round/>
            <a:headEnd/>
            <a:tailEnd/>
          </a:ln>
          <a:effectLst/>
        </p:spPr>
        <p:txBody>
          <a:bodyPr/>
          <a:lstStyle/>
          <a:p>
            <a:pPr>
              <a:defRPr/>
            </a:pPr>
            <a:endParaRPr lang="en-US" dirty="0">
              <a:solidFill>
                <a:srgbClr val="000000"/>
              </a:solidFill>
            </a:endParaRPr>
          </a:p>
        </p:txBody>
      </p:sp>
      <p:sp>
        <p:nvSpPr>
          <p:cNvPr id="1048" name="Line 24"/>
          <p:cNvSpPr>
            <a:spLocks noChangeShapeType="1"/>
          </p:cNvSpPr>
          <p:nvPr/>
        </p:nvSpPr>
        <p:spPr bwMode="auto">
          <a:xfrm flipV="1">
            <a:off x="514354" y="215901"/>
            <a:ext cx="4233" cy="1004888"/>
          </a:xfrm>
          <a:prstGeom prst="line">
            <a:avLst/>
          </a:prstGeom>
          <a:noFill/>
          <a:ln w="28575">
            <a:solidFill>
              <a:srgbClr val="001A66"/>
            </a:solidFill>
            <a:round/>
            <a:headEnd/>
            <a:tailEnd/>
          </a:ln>
          <a:effectLst/>
        </p:spPr>
        <p:txBody>
          <a:bodyPr/>
          <a:lstStyle/>
          <a:p>
            <a:pPr>
              <a:defRPr/>
            </a:pPr>
            <a:endParaRPr lang="en-US" dirty="0">
              <a:solidFill>
                <a:srgbClr val="000000"/>
              </a:solidFill>
            </a:endParaRPr>
          </a:p>
        </p:txBody>
      </p:sp>
    </p:spTree>
    <p:extLst>
      <p:ext uri="{BB962C8B-B14F-4D97-AF65-F5344CB8AC3E}">
        <p14:creationId xmlns:p14="http://schemas.microsoft.com/office/powerpoint/2010/main" val="384413622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Lst>
  <p:transition/>
  <p:hf hdr="0" ftr="0" dt="0"/>
  <p:txStyles>
    <p:titleStyle>
      <a:lvl1pPr algn="l" rtl="0" eaLnBrk="0" fontAlgn="base" hangingPunct="0">
        <a:lnSpc>
          <a:spcPct val="85000"/>
        </a:lnSpc>
        <a:spcBef>
          <a:spcPct val="0"/>
        </a:spcBef>
        <a:spcAft>
          <a:spcPct val="0"/>
        </a:spcAft>
        <a:defRPr sz="2800" b="1">
          <a:solidFill>
            <a:srgbClr val="001A66"/>
          </a:solidFill>
          <a:latin typeface="+mj-lt"/>
          <a:ea typeface="+mj-ea"/>
          <a:cs typeface="+mj-cs"/>
        </a:defRPr>
      </a:lvl1pPr>
      <a:lvl2pPr algn="l" rtl="0" eaLnBrk="0" fontAlgn="base" hangingPunct="0">
        <a:lnSpc>
          <a:spcPct val="85000"/>
        </a:lnSpc>
        <a:spcBef>
          <a:spcPct val="0"/>
        </a:spcBef>
        <a:spcAft>
          <a:spcPct val="0"/>
        </a:spcAft>
        <a:defRPr sz="2800">
          <a:solidFill>
            <a:schemeClr val="tx1"/>
          </a:solidFill>
          <a:latin typeface="Arial" charset="0"/>
        </a:defRPr>
      </a:lvl2pPr>
      <a:lvl3pPr algn="l" rtl="0" eaLnBrk="0" fontAlgn="base" hangingPunct="0">
        <a:lnSpc>
          <a:spcPct val="85000"/>
        </a:lnSpc>
        <a:spcBef>
          <a:spcPct val="0"/>
        </a:spcBef>
        <a:spcAft>
          <a:spcPct val="0"/>
        </a:spcAft>
        <a:defRPr sz="2800">
          <a:solidFill>
            <a:schemeClr val="tx1"/>
          </a:solidFill>
          <a:latin typeface="Arial" charset="0"/>
        </a:defRPr>
      </a:lvl3pPr>
      <a:lvl4pPr algn="l" rtl="0" eaLnBrk="0" fontAlgn="base" hangingPunct="0">
        <a:lnSpc>
          <a:spcPct val="85000"/>
        </a:lnSpc>
        <a:spcBef>
          <a:spcPct val="0"/>
        </a:spcBef>
        <a:spcAft>
          <a:spcPct val="0"/>
        </a:spcAft>
        <a:defRPr sz="2800">
          <a:solidFill>
            <a:schemeClr val="tx1"/>
          </a:solidFill>
          <a:latin typeface="Arial" charset="0"/>
        </a:defRPr>
      </a:lvl4pPr>
      <a:lvl5pPr algn="l" rtl="0" eaLnBrk="0" fontAlgn="base" hangingPunct="0">
        <a:lnSpc>
          <a:spcPct val="85000"/>
        </a:lnSpc>
        <a:spcBef>
          <a:spcPct val="0"/>
        </a:spcBef>
        <a:spcAft>
          <a:spcPct val="0"/>
        </a:spcAft>
        <a:defRPr sz="2800">
          <a:solidFill>
            <a:schemeClr val="tx1"/>
          </a:solidFill>
          <a:latin typeface="Arial" charset="0"/>
        </a:defRPr>
      </a:lvl5pPr>
      <a:lvl6pPr marL="457200" algn="l" rtl="0" fontAlgn="base">
        <a:lnSpc>
          <a:spcPct val="85000"/>
        </a:lnSpc>
        <a:spcBef>
          <a:spcPct val="0"/>
        </a:spcBef>
        <a:spcAft>
          <a:spcPct val="0"/>
        </a:spcAft>
        <a:defRPr sz="2800">
          <a:solidFill>
            <a:schemeClr val="tx1"/>
          </a:solidFill>
          <a:latin typeface="Arial" charset="0"/>
        </a:defRPr>
      </a:lvl6pPr>
      <a:lvl7pPr marL="914400" algn="l" rtl="0" fontAlgn="base">
        <a:lnSpc>
          <a:spcPct val="85000"/>
        </a:lnSpc>
        <a:spcBef>
          <a:spcPct val="0"/>
        </a:spcBef>
        <a:spcAft>
          <a:spcPct val="0"/>
        </a:spcAft>
        <a:defRPr sz="2800">
          <a:solidFill>
            <a:schemeClr val="tx1"/>
          </a:solidFill>
          <a:latin typeface="Arial" charset="0"/>
        </a:defRPr>
      </a:lvl7pPr>
      <a:lvl8pPr marL="1371600" algn="l" rtl="0" fontAlgn="base">
        <a:lnSpc>
          <a:spcPct val="85000"/>
        </a:lnSpc>
        <a:spcBef>
          <a:spcPct val="0"/>
        </a:spcBef>
        <a:spcAft>
          <a:spcPct val="0"/>
        </a:spcAft>
        <a:defRPr sz="2800">
          <a:solidFill>
            <a:schemeClr val="tx1"/>
          </a:solidFill>
          <a:latin typeface="Arial" charset="0"/>
        </a:defRPr>
      </a:lvl8pPr>
      <a:lvl9pPr marL="1828800" algn="l" rtl="0" fontAlgn="base">
        <a:lnSpc>
          <a:spcPct val="85000"/>
        </a:lnSpc>
        <a:spcBef>
          <a:spcPct val="0"/>
        </a:spcBef>
        <a:spcAft>
          <a:spcPct val="0"/>
        </a:spcAft>
        <a:defRPr sz="2800">
          <a:solidFill>
            <a:schemeClr val="tx1"/>
          </a:solidFill>
          <a:latin typeface="Arial" charset="0"/>
        </a:defRPr>
      </a:lvl9pPr>
    </p:titleStyle>
    <p:bodyStyle>
      <a:lvl1pPr marL="231775" indent="-231775" algn="just" rtl="0" eaLnBrk="0" fontAlgn="base" hangingPunct="0">
        <a:spcBef>
          <a:spcPct val="30000"/>
        </a:spcBef>
        <a:spcAft>
          <a:spcPct val="30000"/>
        </a:spcAft>
        <a:buClr>
          <a:srgbClr val="001A66"/>
        </a:buClr>
        <a:buFont typeface="Webdings" panose="05030102010509060703" pitchFamily="18" charset="2"/>
        <a:buChar char="4"/>
        <a:defRPr sz="2400">
          <a:solidFill>
            <a:schemeClr val="tx1"/>
          </a:solidFill>
          <a:latin typeface="+mn-lt"/>
          <a:ea typeface="+mn-ea"/>
          <a:cs typeface="+mn-cs"/>
        </a:defRPr>
      </a:lvl1pPr>
      <a:lvl2pPr marL="742950" indent="-285750" algn="just" rtl="0" eaLnBrk="0" fontAlgn="base" hangingPunct="0">
        <a:spcBef>
          <a:spcPct val="30000"/>
        </a:spcBef>
        <a:spcAft>
          <a:spcPct val="30000"/>
        </a:spcAft>
        <a:buClr>
          <a:srgbClr val="001A66"/>
        </a:buClr>
        <a:buFont typeface="Wingdings" panose="05000000000000000000" pitchFamily="2" charset="2"/>
        <a:buChar char="§"/>
        <a:defRPr sz="2000">
          <a:solidFill>
            <a:schemeClr val="tx1"/>
          </a:solidFill>
          <a:latin typeface="+mn-lt"/>
        </a:defRPr>
      </a:lvl2pPr>
      <a:lvl3pPr marL="1143000" indent="-228600" algn="just" rtl="0" eaLnBrk="0" fontAlgn="base" hangingPunct="0">
        <a:spcBef>
          <a:spcPct val="30000"/>
        </a:spcBef>
        <a:spcAft>
          <a:spcPct val="30000"/>
        </a:spcAft>
        <a:buClr>
          <a:srgbClr val="001A66"/>
        </a:buClr>
        <a:buFont typeface="Courier New" pitchFamily="49" charset="0"/>
        <a:buChar char="o"/>
        <a:defRPr sz="1800">
          <a:solidFill>
            <a:schemeClr val="tx1"/>
          </a:solidFill>
          <a:latin typeface="+mn-lt"/>
        </a:defRPr>
      </a:lvl3pPr>
      <a:lvl4pPr marL="1600200" indent="-228600" algn="just" rtl="0" eaLnBrk="0" fontAlgn="base" hangingPunct="0">
        <a:spcBef>
          <a:spcPct val="30000"/>
        </a:spcBef>
        <a:spcAft>
          <a:spcPct val="30000"/>
        </a:spcAft>
        <a:buClr>
          <a:srgbClr val="001A66"/>
        </a:buClr>
        <a:buFont typeface="Arial" panose="020B0604020202020204" pitchFamily="34" charset="0"/>
        <a:buChar char="•"/>
        <a:defRPr sz="1600">
          <a:solidFill>
            <a:schemeClr val="tx1"/>
          </a:solidFill>
          <a:latin typeface="+mn-lt"/>
        </a:defRPr>
      </a:lvl4pPr>
      <a:lvl5pPr marL="2057400" indent="-228600" algn="just" rtl="0" eaLnBrk="0" fontAlgn="base" hangingPunct="0">
        <a:spcBef>
          <a:spcPct val="30000"/>
        </a:spcBef>
        <a:spcAft>
          <a:spcPct val="30000"/>
        </a:spcAft>
        <a:buClr>
          <a:srgbClr val="001A66"/>
        </a:buClr>
        <a:buChar char="»"/>
        <a:defRPr sz="1400">
          <a:solidFill>
            <a:schemeClr val="tx1"/>
          </a:solidFill>
          <a:latin typeface="+mn-lt"/>
        </a:defRPr>
      </a:lvl5pPr>
      <a:lvl6pPr marL="2514600" indent="-228600" algn="l" rtl="0" fontAlgn="base">
        <a:spcBef>
          <a:spcPct val="30000"/>
        </a:spcBef>
        <a:spcAft>
          <a:spcPct val="30000"/>
        </a:spcAft>
        <a:buClr>
          <a:srgbClr val="B61131"/>
        </a:buClr>
        <a:buChar char="»"/>
        <a:defRPr sz="2000">
          <a:solidFill>
            <a:schemeClr val="tx1"/>
          </a:solidFill>
          <a:latin typeface="+mn-lt"/>
        </a:defRPr>
      </a:lvl6pPr>
      <a:lvl7pPr marL="2971800" indent="-228600" algn="l" rtl="0" fontAlgn="base">
        <a:spcBef>
          <a:spcPct val="30000"/>
        </a:spcBef>
        <a:spcAft>
          <a:spcPct val="30000"/>
        </a:spcAft>
        <a:buClr>
          <a:srgbClr val="B61131"/>
        </a:buClr>
        <a:buChar char="»"/>
        <a:defRPr sz="2000">
          <a:solidFill>
            <a:schemeClr val="tx1"/>
          </a:solidFill>
          <a:latin typeface="+mn-lt"/>
        </a:defRPr>
      </a:lvl7pPr>
      <a:lvl8pPr marL="3429000" indent="-228600" algn="l" rtl="0" fontAlgn="base">
        <a:spcBef>
          <a:spcPct val="30000"/>
        </a:spcBef>
        <a:spcAft>
          <a:spcPct val="30000"/>
        </a:spcAft>
        <a:buClr>
          <a:srgbClr val="B61131"/>
        </a:buClr>
        <a:buChar char="»"/>
        <a:defRPr sz="2000">
          <a:solidFill>
            <a:schemeClr val="tx1"/>
          </a:solidFill>
          <a:latin typeface="+mn-lt"/>
        </a:defRPr>
      </a:lvl8pPr>
      <a:lvl9pPr marL="3886200" indent="-228600" algn="l" rtl="0" fontAlgn="base">
        <a:spcBef>
          <a:spcPct val="30000"/>
        </a:spcBef>
        <a:spcAft>
          <a:spcPct val="30000"/>
        </a:spcAft>
        <a:buClr>
          <a:srgbClr val="B61131"/>
        </a:buClr>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2E792DD4-B947-4DA4-987E-2EB45EB63032}"/>
              </a:ext>
            </a:extLst>
          </p:cNvPr>
          <p:cNvSpPr>
            <a:spLocks noGrp="1"/>
          </p:cNvSpPr>
          <p:nvPr>
            <p:ph type="sldNum"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68C46022-3960-47FB-9570-D23595AA7D3B}" type="slidenum">
              <a:rPr kumimoji="0" lang="es-ES" sz="1200" b="1" i="0" u="none" strike="noStrike" kern="1200" cap="none" spc="0" normalizeH="0" baseline="0" noProof="0" smtClean="0">
                <a:ln>
                  <a:noFill/>
                </a:ln>
                <a:solidFill>
                  <a:srgbClr val="808080"/>
                </a:solidFill>
                <a:effectLst/>
                <a:uLnTx/>
                <a:uFillTx/>
                <a:latin typeface="Arial" charset="0"/>
                <a:ea typeface="+mn-ea"/>
                <a:cs typeface="+mn-cs"/>
              </a:rPr>
              <a:pPr marL="0" marR="0" lvl="0" indent="0" algn="ctr" defTabSz="914400" rtl="0" eaLnBrk="1" fontAlgn="base" latinLnBrk="0" hangingPunct="1">
                <a:lnSpc>
                  <a:spcPct val="100000"/>
                </a:lnSpc>
                <a:spcBef>
                  <a:spcPct val="0"/>
                </a:spcBef>
                <a:spcAft>
                  <a:spcPct val="0"/>
                </a:spcAft>
                <a:buClrTx/>
                <a:buSzTx/>
                <a:buFontTx/>
                <a:buNone/>
                <a:tabLst/>
                <a:defRPr/>
              </a:pPr>
              <a:t>1</a:t>
            </a:fld>
            <a:endParaRPr kumimoji="0" lang="es-ES" sz="1200" b="1" i="0" u="none" strike="noStrike" kern="1200" cap="none" spc="0" normalizeH="0" baseline="0" noProof="0" dirty="0">
              <a:ln>
                <a:noFill/>
              </a:ln>
              <a:solidFill>
                <a:srgbClr val="808080"/>
              </a:solidFill>
              <a:effectLst/>
              <a:uLnTx/>
              <a:uFillTx/>
              <a:latin typeface="Arial" charset="0"/>
              <a:ea typeface="+mn-ea"/>
              <a:cs typeface="+mn-cs"/>
            </a:endParaRPr>
          </a:p>
        </p:txBody>
      </p:sp>
      <p:sp>
        <p:nvSpPr>
          <p:cNvPr id="5" name="Título 4">
            <a:extLst>
              <a:ext uri="{FF2B5EF4-FFF2-40B4-BE49-F238E27FC236}">
                <a16:creationId xmlns:a16="http://schemas.microsoft.com/office/drawing/2014/main" id="{62528767-ADB3-48B0-8B8F-B080B5EA034C}"/>
              </a:ext>
            </a:extLst>
          </p:cNvPr>
          <p:cNvSpPr>
            <a:spLocks noGrp="1"/>
          </p:cNvSpPr>
          <p:nvPr>
            <p:ph type="title"/>
          </p:nvPr>
        </p:nvSpPr>
        <p:spPr/>
        <p:txBody>
          <a:bodyPr/>
          <a:lstStyle/>
          <a:p>
            <a:endParaRPr lang="es-419"/>
          </a:p>
        </p:txBody>
      </p:sp>
      <p:pic>
        <p:nvPicPr>
          <p:cNvPr id="7" name="Imagen 6">
            <a:extLst>
              <a:ext uri="{FF2B5EF4-FFF2-40B4-BE49-F238E27FC236}">
                <a16:creationId xmlns:a16="http://schemas.microsoft.com/office/drawing/2014/main" id="{786ADAA9-D81A-4EB0-A097-205488D856D1}"/>
              </a:ext>
            </a:extLst>
          </p:cNvPr>
          <p:cNvPicPr>
            <a:picLocks noChangeAspect="1"/>
          </p:cNvPicPr>
          <p:nvPr/>
        </p:nvPicPr>
        <p:blipFill>
          <a:blip r:embed="rId2"/>
          <a:stretch>
            <a:fillRect/>
          </a:stretch>
        </p:blipFill>
        <p:spPr>
          <a:xfrm>
            <a:off x="1009531" y="1432418"/>
            <a:ext cx="2735817" cy="3261643"/>
          </a:xfrm>
          <a:prstGeom prst="rect">
            <a:avLst/>
          </a:prstGeom>
        </p:spPr>
      </p:pic>
      <p:cxnSp>
        <p:nvCxnSpPr>
          <p:cNvPr id="9" name="Conector recto de flecha 8">
            <a:extLst>
              <a:ext uri="{FF2B5EF4-FFF2-40B4-BE49-F238E27FC236}">
                <a16:creationId xmlns:a16="http://schemas.microsoft.com/office/drawing/2014/main" id="{57036CA3-7884-4B73-B7E9-304B5F3F5987}"/>
              </a:ext>
            </a:extLst>
          </p:cNvPr>
          <p:cNvCxnSpPr>
            <a:cxnSpLocks/>
          </p:cNvCxnSpPr>
          <p:nvPr/>
        </p:nvCxnSpPr>
        <p:spPr bwMode="auto">
          <a:xfrm>
            <a:off x="1201782" y="1584960"/>
            <a:ext cx="0" cy="1689463"/>
          </a:xfrm>
          <a:prstGeom prst="straightConnector1">
            <a:avLst/>
          </a:prstGeom>
          <a:solidFill>
            <a:schemeClr val="accent1"/>
          </a:solidFill>
          <a:ln w="9525" cap="flat" cmpd="sng" algn="ctr">
            <a:solidFill>
              <a:schemeClr val="tx1"/>
            </a:solidFill>
            <a:prstDash val="solid"/>
            <a:round/>
            <a:headEnd type="triangle"/>
            <a:tailEnd type="triangle"/>
          </a:ln>
          <a:effectLst/>
        </p:spPr>
      </p:cxnSp>
      <p:cxnSp>
        <p:nvCxnSpPr>
          <p:cNvPr id="10" name="Conector recto de flecha 9">
            <a:extLst>
              <a:ext uri="{FF2B5EF4-FFF2-40B4-BE49-F238E27FC236}">
                <a16:creationId xmlns:a16="http://schemas.microsoft.com/office/drawing/2014/main" id="{E450FD93-9CFF-4AF3-AA2D-BDEA01933245}"/>
              </a:ext>
            </a:extLst>
          </p:cNvPr>
          <p:cNvCxnSpPr/>
          <p:nvPr/>
        </p:nvCxnSpPr>
        <p:spPr bwMode="auto">
          <a:xfrm>
            <a:off x="1405498" y="1584960"/>
            <a:ext cx="0" cy="1210491"/>
          </a:xfrm>
          <a:prstGeom prst="straightConnector1">
            <a:avLst/>
          </a:prstGeom>
          <a:solidFill>
            <a:schemeClr val="accent1"/>
          </a:solidFill>
          <a:ln w="9525" cap="flat" cmpd="sng" algn="ctr">
            <a:solidFill>
              <a:schemeClr val="tx1"/>
            </a:solidFill>
            <a:prstDash val="solid"/>
            <a:round/>
            <a:headEnd type="triangle"/>
            <a:tailEnd type="triangle"/>
          </a:ln>
          <a:effectLst/>
        </p:spPr>
      </p:cxnSp>
      <p:cxnSp>
        <p:nvCxnSpPr>
          <p:cNvPr id="12" name="Conector recto de flecha 11">
            <a:extLst>
              <a:ext uri="{FF2B5EF4-FFF2-40B4-BE49-F238E27FC236}">
                <a16:creationId xmlns:a16="http://schemas.microsoft.com/office/drawing/2014/main" id="{1A6A8394-FFF1-40D3-8CB5-23CA3A7695A3}"/>
              </a:ext>
            </a:extLst>
          </p:cNvPr>
          <p:cNvCxnSpPr>
            <a:cxnSpLocks/>
          </p:cNvCxnSpPr>
          <p:nvPr/>
        </p:nvCxnSpPr>
        <p:spPr bwMode="auto">
          <a:xfrm>
            <a:off x="1009531" y="1584959"/>
            <a:ext cx="0" cy="2751910"/>
          </a:xfrm>
          <a:prstGeom prst="straightConnector1">
            <a:avLst/>
          </a:prstGeom>
          <a:solidFill>
            <a:schemeClr val="accent1"/>
          </a:solidFill>
          <a:ln w="9525" cap="flat" cmpd="sng" algn="ctr">
            <a:solidFill>
              <a:schemeClr val="tx1"/>
            </a:solidFill>
            <a:prstDash val="solid"/>
            <a:round/>
            <a:headEnd type="triangle"/>
            <a:tailEnd type="triangle"/>
          </a:ln>
          <a:effectLst/>
        </p:spPr>
      </p:cxnSp>
      <p:sp>
        <p:nvSpPr>
          <p:cNvPr id="14" name="CuadroTexto 13">
            <a:extLst>
              <a:ext uri="{FF2B5EF4-FFF2-40B4-BE49-F238E27FC236}">
                <a16:creationId xmlns:a16="http://schemas.microsoft.com/office/drawing/2014/main" id="{2BC4BDBF-F496-40D8-991D-66474CD7505E}"/>
              </a:ext>
            </a:extLst>
          </p:cNvPr>
          <p:cNvSpPr txBox="1"/>
          <p:nvPr/>
        </p:nvSpPr>
        <p:spPr>
          <a:xfrm>
            <a:off x="1227908" y="1867475"/>
            <a:ext cx="473956"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900" b="0" i="0" u="none" strike="noStrike" kern="1200" cap="none" spc="0" normalizeH="0" baseline="0" noProof="0" dirty="0">
                <a:ln>
                  <a:noFill/>
                </a:ln>
                <a:solidFill>
                  <a:srgbClr val="000000"/>
                </a:solidFill>
                <a:effectLst/>
                <a:uLnTx/>
                <a:uFillTx/>
                <a:latin typeface="Arial" charset="0"/>
                <a:ea typeface="+mn-ea"/>
                <a:cs typeface="+mn-cs"/>
              </a:rPr>
              <a:t>D1</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900" b="0" i="0" u="none" strike="noStrike" kern="1200" cap="none" spc="0" normalizeH="0" baseline="0" noProof="0" dirty="0">
                <a:ln>
                  <a:noFill/>
                </a:ln>
                <a:solidFill>
                  <a:srgbClr val="000000"/>
                </a:solidFill>
                <a:effectLst/>
                <a:uLnTx/>
                <a:uFillTx/>
                <a:latin typeface="Arial" charset="0"/>
                <a:ea typeface="+mn-ea"/>
                <a:cs typeface="+mn-cs"/>
              </a:rPr>
              <a:t>KOP</a:t>
            </a:r>
          </a:p>
        </p:txBody>
      </p:sp>
      <p:sp>
        <p:nvSpPr>
          <p:cNvPr id="15" name="CuadroTexto 14">
            <a:extLst>
              <a:ext uri="{FF2B5EF4-FFF2-40B4-BE49-F238E27FC236}">
                <a16:creationId xmlns:a16="http://schemas.microsoft.com/office/drawing/2014/main" id="{A557DC67-369D-4FEF-BF47-547BDAC0D054}"/>
              </a:ext>
            </a:extLst>
          </p:cNvPr>
          <p:cNvSpPr txBox="1"/>
          <p:nvPr/>
        </p:nvSpPr>
        <p:spPr>
          <a:xfrm>
            <a:off x="1036981" y="2295129"/>
            <a:ext cx="339634" cy="2308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900" b="0" i="0" u="none" strike="noStrike" kern="1200" cap="none" spc="0" normalizeH="0" baseline="0" noProof="0" dirty="0">
                <a:ln>
                  <a:noFill/>
                </a:ln>
                <a:solidFill>
                  <a:srgbClr val="000000"/>
                </a:solidFill>
                <a:effectLst/>
                <a:uLnTx/>
                <a:uFillTx/>
                <a:latin typeface="Arial" charset="0"/>
                <a:ea typeface="+mn-ea"/>
                <a:cs typeface="+mn-cs"/>
              </a:rPr>
              <a:t>D2</a:t>
            </a:r>
          </a:p>
        </p:txBody>
      </p:sp>
      <p:sp>
        <p:nvSpPr>
          <p:cNvPr id="16" name="CuadroTexto 15">
            <a:extLst>
              <a:ext uri="{FF2B5EF4-FFF2-40B4-BE49-F238E27FC236}">
                <a16:creationId xmlns:a16="http://schemas.microsoft.com/office/drawing/2014/main" id="{D7BA7A19-9AEA-4E2B-9A27-62B772927C8C}"/>
              </a:ext>
            </a:extLst>
          </p:cNvPr>
          <p:cNvSpPr txBox="1"/>
          <p:nvPr/>
        </p:nvSpPr>
        <p:spPr>
          <a:xfrm>
            <a:off x="839714" y="2846769"/>
            <a:ext cx="536901"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900" b="0" i="0" u="none" strike="noStrike" kern="1200" cap="none" spc="0" normalizeH="0" baseline="0" noProof="0" dirty="0">
                <a:ln>
                  <a:noFill/>
                </a:ln>
                <a:solidFill>
                  <a:srgbClr val="000000"/>
                </a:solidFill>
                <a:effectLst/>
                <a:uLnTx/>
                <a:uFillTx/>
                <a:latin typeface="Arial" charset="0"/>
                <a:ea typeface="+mn-ea"/>
                <a:cs typeface="+mn-cs"/>
              </a:rPr>
              <a:t>D3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900" b="0" i="0" u="none" strike="noStrike" kern="1200" cap="none" spc="0" normalizeH="0" baseline="0" noProof="0" dirty="0">
                <a:ln>
                  <a:noFill/>
                </a:ln>
                <a:solidFill>
                  <a:srgbClr val="000000"/>
                </a:solidFill>
                <a:effectLst/>
                <a:uLnTx/>
                <a:uFillTx/>
                <a:latin typeface="Arial" charset="0"/>
                <a:ea typeface="+mn-ea"/>
                <a:cs typeface="+mn-cs"/>
              </a:rPr>
              <a:t>TVD</a:t>
            </a:r>
          </a:p>
        </p:txBody>
      </p:sp>
      <p:cxnSp>
        <p:nvCxnSpPr>
          <p:cNvPr id="17" name="Conector recto de flecha 16">
            <a:extLst>
              <a:ext uri="{FF2B5EF4-FFF2-40B4-BE49-F238E27FC236}">
                <a16:creationId xmlns:a16="http://schemas.microsoft.com/office/drawing/2014/main" id="{9BF0E51A-4C43-48B0-9A07-21B519B7923C}"/>
              </a:ext>
            </a:extLst>
          </p:cNvPr>
          <p:cNvCxnSpPr>
            <a:cxnSpLocks/>
          </p:cNvCxnSpPr>
          <p:nvPr/>
        </p:nvCxnSpPr>
        <p:spPr bwMode="auto">
          <a:xfrm>
            <a:off x="1524912" y="4602480"/>
            <a:ext cx="1188000" cy="0"/>
          </a:xfrm>
          <a:prstGeom prst="straightConnector1">
            <a:avLst/>
          </a:prstGeom>
          <a:solidFill>
            <a:schemeClr val="accent1"/>
          </a:solidFill>
          <a:ln w="9525" cap="flat" cmpd="sng" algn="ctr">
            <a:solidFill>
              <a:schemeClr val="tx1"/>
            </a:solidFill>
            <a:prstDash val="solid"/>
            <a:round/>
            <a:headEnd type="triangle"/>
            <a:tailEnd type="triangle"/>
          </a:ln>
          <a:effectLst/>
        </p:spPr>
      </p:cxnSp>
      <p:cxnSp>
        <p:nvCxnSpPr>
          <p:cNvPr id="18" name="Conector recto de flecha 17">
            <a:extLst>
              <a:ext uri="{FF2B5EF4-FFF2-40B4-BE49-F238E27FC236}">
                <a16:creationId xmlns:a16="http://schemas.microsoft.com/office/drawing/2014/main" id="{CEA88F52-C52C-4703-9F4B-3BAB3CB515EC}"/>
              </a:ext>
            </a:extLst>
          </p:cNvPr>
          <p:cNvCxnSpPr>
            <a:cxnSpLocks/>
          </p:cNvCxnSpPr>
          <p:nvPr/>
        </p:nvCxnSpPr>
        <p:spPr bwMode="auto">
          <a:xfrm>
            <a:off x="1517140" y="4432663"/>
            <a:ext cx="216000" cy="0"/>
          </a:xfrm>
          <a:prstGeom prst="straightConnector1">
            <a:avLst/>
          </a:prstGeom>
          <a:solidFill>
            <a:schemeClr val="accent1"/>
          </a:solidFill>
          <a:ln w="9525" cap="flat" cmpd="sng" algn="ctr">
            <a:solidFill>
              <a:schemeClr val="tx1"/>
            </a:solidFill>
            <a:prstDash val="solid"/>
            <a:round/>
            <a:headEnd type="triangle"/>
            <a:tailEnd type="triangle"/>
          </a:ln>
          <a:effectLst/>
        </p:spPr>
      </p:cxnSp>
      <p:sp>
        <p:nvSpPr>
          <p:cNvPr id="21" name="CuadroTexto 20">
            <a:extLst>
              <a:ext uri="{FF2B5EF4-FFF2-40B4-BE49-F238E27FC236}">
                <a16:creationId xmlns:a16="http://schemas.microsoft.com/office/drawing/2014/main" id="{66A59D09-805A-4763-9AA8-9F0D24A11855}"/>
              </a:ext>
            </a:extLst>
          </p:cNvPr>
          <p:cNvSpPr txBox="1"/>
          <p:nvPr/>
        </p:nvSpPr>
        <p:spPr>
          <a:xfrm>
            <a:off x="1450251" y="4201831"/>
            <a:ext cx="339634" cy="2308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900" b="0" i="0" u="none" strike="noStrike" kern="1200" cap="none" spc="0" normalizeH="0" baseline="0" noProof="0" dirty="0">
                <a:ln>
                  <a:noFill/>
                </a:ln>
                <a:solidFill>
                  <a:srgbClr val="000000"/>
                </a:solidFill>
                <a:effectLst/>
                <a:uLnTx/>
                <a:uFillTx/>
                <a:latin typeface="Arial" charset="0"/>
                <a:ea typeface="+mn-ea"/>
                <a:cs typeface="+mn-cs"/>
              </a:rPr>
              <a:t>X2</a:t>
            </a:r>
          </a:p>
        </p:txBody>
      </p:sp>
      <p:sp>
        <p:nvSpPr>
          <p:cNvPr id="22" name="CuadroTexto 21">
            <a:extLst>
              <a:ext uri="{FF2B5EF4-FFF2-40B4-BE49-F238E27FC236}">
                <a16:creationId xmlns:a16="http://schemas.microsoft.com/office/drawing/2014/main" id="{A6336A44-8300-414F-A4C1-8CAF94D9838C}"/>
              </a:ext>
            </a:extLst>
          </p:cNvPr>
          <p:cNvSpPr txBox="1"/>
          <p:nvPr/>
        </p:nvSpPr>
        <p:spPr>
          <a:xfrm>
            <a:off x="1926715" y="4422539"/>
            <a:ext cx="339634" cy="2308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900" b="0" i="0" u="none" strike="noStrike" kern="1200" cap="none" spc="0" normalizeH="0" baseline="0" noProof="0" dirty="0">
                <a:ln>
                  <a:noFill/>
                </a:ln>
                <a:solidFill>
                  <a:srgbClr val="000000"/>
                </a:solidFill>
                <a:effectLst/>
                <a:uLnTx/>
                <a:uFillTx/>
                <a:latin typeface="Arial" charset="0"/>
                <a:ea typeface="+mn-ea"/>
                <a:cs typeface="+mn-cs"/>
              </a:rPr>
              <a:t>X3</a:t>
            </a:r>
          </a:p>
        </p:txBody>
      </p:sp>
      <p:pic>
        <p:nvPicPr>
          <p:cNvPr id="24" name="Imagen 23">
            <a:extLst>
              <a:ext uri="{FF2B5EF4-FFF2-40B4-BE49-F238E27FC236}">
                <a16:creationId xmlns:a16="http://schemas.microsoft.com/office/drawing/2014/main" id="{41958D2B-AF5C-4890-83F7-019C9396AF60}"/>
              </a:ext>
            </a:extLst>
          </p:cNvPr>
          <p:cNvPicPr>
            <a:picLocks noChangeAspect="1"/>
          </p:cNvPicPr>
          <p:nvPr/>
        </p:nvPicPr>
        <p:blipFill>
          <a:blip r:embed="rId3"/>
          <a:stretch>
            <a:fillRect/>
          </a:stretch>
        </p:blipFill>
        <p:spPr>
          <a:xfrm>
            <a:off x="4428721" y="1521381"/>
            <a:ext cx="2494594" cy="3131990"/>
          </a:xfrm>
          <a:prstGeom prst="rect">
            <a:avLst/>
          </a:prstGeom>
        </p:spPr>
      </p:pic>
      <p:sp>
        <p:nvSpPr>
          <p:cNvPr id="25" name="CuadroTexto 24">
            <a:extLst>
              <a:ext uri="{FF2B5EF4-FFF2-40B4-BE49-F238E27FC236}">
                <a16:creationId xmlns:a16="http://schemas.microsoft.com/office/drawing/2014/main" id="{6221C912-5AA5-4D58-8E91-772A0A102734}"/>
              </a:ext>
            </a:extLst>
          </p:cNvPr>
          <p:cNvSpPr txBox="1"/>
          <p:nvPr/>
        </p:nvSpPr>
        <p:spPr>
          <a:xfrm>
            <a:off x="4887866" y="1754263"/>
            <a:ext cx="450780"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900" b="0" i="0" u="none" strike="noStrike" kern="1200" cap="none" spc="0" normalizeH="0" baseline="0" noProof="0" dirty="0">
                <a:ln>
                  <a:noFill/>
                </a:ln>
                <a:solidFill>
                  <a:srgbClr val="000000"/>
                </a:solidFill>
                <a:effectLst/>
                <a:uLnTx/>
                <a:uFillTx/>
                <a:latin typeface="Arial" charset="0"/>
                <a:ea typeface="+mn-ea"/>
                <a:cs typeface="+mn-cs"/>
              </a:rPr>
              <a:t>D1</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900" b="0" i="0" u="none" strike="noStrike" kern="1200" cap="none" spc="0" normalizeH="0" baseline="0" noProof="0" dirty="0">
                <a:ln>
                  <a:noFill/>
                </a:ln>
                <a:solidFill>
                  <a:srgbClr val="000000"/>
                </a:solidFill>
                <a:effectLst/>
                <a:uLnTx/>
                <a:uFillTx/>
                <a:latin typeface="Arial" charset="0"/>
                <a:ea typeface="+mn-ea"/>
                <a:cs typeface="+mn-cs"/>
              </a:rPr>
              <a:t>KOP</a:t>
            </a:r>
          </a:p>
        </p:txBody>
      </p:sp>
      <p:sp>
        <p:nvSpPr>
          <p:cNvPr id="26" name="CuadroTexto 25">
            <a:extLst>
              <a:ext uri="{FF2B5EF4-FFF2-40B4-BE49-F238E27FC236}">
                <a16:creationId xmlns:a16="http://schemas.microsoft.com/office/drawing/2014/main" id="{C9EC8058-54C6-4D97-BC3C-216E32B04DB3}"/>
              </a:ext>
            </a:extLst>
          </p:cNvPr>
          <p:cNvSpPr txBox="1"/>
          <p:nvPr/>
        </p:nvSpPr>
        <p:spPr>
          <a:xfrm>
            <a:off x="4745455" y="2015497"/>
            <a:ext cx="339634" cy="2308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900" b="0" i="0" u="none" strike="noStrike" kern="1200" cap="none" spc="0" normalizeH="0" baseline="0" noProof="0" dirty="0">
                <a:ln>
                  <a:noFill/>
                </a:ln>
                <a:solidFill>
                  <a:srgbClr val="000000"/>
                </a:solidFill>
                <a:effectLst/>
                <a:uLnTx/>
                <a:uFillTx/>
                <a:latin typeface="Arial" charset="0"/>
                <a:ea typeface="+mn-ea"/>
                <a:cs typeface="+mn-cs"/>
              </a:rPr>
              <a:t>D2</a:t>
            </a:r>
          </a:p>
        </p:txBody>
      </p:sp>
      <p:sp>
        <p:nvSpPr>
          <p:cNvPr id="27" name="CuadroTexto 26">
            <a:extLst>
              <a:ext uri="{FF2B5EF4-FFF2-40B4-BE49-F238E27FC236}">
                <a16:creationId xmlns:a16="http://schemas.microsoft.com/office/drawing/2014/main" id="{EDE6598A-FED5-4805-BFE6-5481AA66E30D}"/>
              </a:ext>
            </a:extLst>
          </p:cNvPr>
          <p:cNvSpPr txBox="1"/>
          <p:nvPr/>
        </p:nvSpPr>
        <p:spPr>
          <a:xfrm>
            <a:off x="4575638" y="2456225"/>
            <a:ext cx="339634" cy="2308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900" b="0" i="0" u="none" strike="noStrike" kern="1200" cap="none" spc="0" normalizeH="0" baseline="0" noProof="0" dirty="0">
                <a:ln>
                  <a:noFill/>
                </a:ln>
                <a:solidFill>
                  <a:srgbClr val="000000"/>
                </a:solidFill>
                <a:effectLst/>
                <a:uLnTx/>
                <a:uFillTx/>
                <a:latin typeface="Arial" charset="0"/>
                <a:ea typeface="+mn-ea"/>
                <a:cs typeface="+mn-cs"/>
              </a:rPr>
              <a:t>D3</a:t>
            </a:r>
          </a:p>
        </p:txBody>
      </p:sp>
      <p:sp>
        <p:nvSpPr>
          <p:cNvPr id="28" name="CuadroTexto 27">
            <a:extLst>
              <a:ext uri="{FF2B5EF4-FFF2-40B4-BE49-F238E27FC236}">
                <a16:creationId xmlns:a16="http://schemas.microsoft.com/office/drawing/2014/main" id="{CF4E25E7-518C-48CE-BB5E-75863AF0F4DE}"/>
              </a:ext>
            </a:extLst>
          </p:cNvPr>
          <p:cNvSpPr txBox="1"/>
          <p:nvPr/>
        </p:nvSpPr>
        <p:spPr>
          <a:xfrm>
            <a:off x="4336151" y="2815413"/>
            <a:ext cx="488397"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900" b="0" i="0" u="none" strike="noStrike" kern="1200" cap="none" spc="0" normalizeH="0" baseline="0" noProof="0" dirty="0">
                <a:ln>
                  <a:noFill/>
                </a:ln>
                <a:solidFill>
                  <a:srgbClr val="000000"/>
                </a:solidFill>
                <a:effectLst/>
                <a:uLnTx/>
                <a:uFillTx/>
                <a:latin typeface="Arial" charset="0"/>
                <a:ea typeface="+mn-ea"/>
                <a:cs typeface="+mn-cs"/>
              </a:rPr>
              <a:t>D4</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900" b="0" i="0" u="none" strike="noStrike" kern="1200" cap="none" spc="0" normalizeH="0" baseline="0" noProof="0" dirty="0">
                <a:ln>
                  <a:noFill/>
                </a:ln>
                <a:solidFill>
                  <a:srgbClr val="000000"/>
                </a:solidFill>
                <a:effectLst/>
                <a:uLnTx/>
                <a:uFillTx/>
                <a:latin typeface="Arial" charset="0"/>
                <a:ea typeface="+mn-ea"/>
                <a:cs typeface="+mn-cs"/>
              </a:rPr>
              <a:t>TVD</a:t>
            </a:r>
          </a:p>
        </p:txBody>
      </p:sp>
      <p:cxnSp>
        <p:nvCxnSpPr>
          <p:cNvPr id="29" name="Conector recto de flecha 28">
            <a:extLst>
              <a:ext uri="{FF2B5EF4-FFF2-40B4-BE49-F238E27FC236}">
                <a16:creationId xmlns:a16="http://schemas.microsoft.com/office/drawing/2014/main" id="{2F1C0D04-ADCC-44AE-8230-10EE7FDCF5E3}"/>
              </a:ext>
            </a:extLst>
          </p:cNvPr>
          <p:cNvCxnSpPr>
            <a:cxnSpLocks/>
          </p:cNvCxnSpPr>
          <p:nvPr/>
        </p:nvCxnSpPr>
        <p:spPr bwMode="auto">
          <a:xfrm>
            <a:off x="5188092" y="4493629"/>
            <a:ext cx="216000" cy="0"/>
          </a:xfrm>
          <a:prstGeom prst="straightConnector1">
            <a:avLst/>
          </a:prstGeom>
          <a:solidFill>
            <a:schemeClr val="accent1"/>
          </a:solidFill>
          <a:ln w="9525" cap="flat" cmpd="sng" algn="ctr">
            <a:solidFill>
              <a:schemeClr val="tx1"/>
            </a:solidFill>
            <a:prstDash val="solid"/>
            <a:round/>
            <a:headEnd type="triangle"/>
            <a:tailEnd type="triangle"/>
          </a:ln>
          <a:effectLst/>
        </p:spPr>
      </p:cxnSp>
      <p:sp>
        <p:nvSpPr>
          <p:cNvPr id="30" name="CuadroTexto 29">
            <a:extLst>
              <a:ext uri="{FF2B5EF4-FFF2-40B4-BE49-F238E27FC236}">
                <a16:creationId xmlns:a16="http://schemas.microsoft.com/office/drawing/2014/main" id="{6A9C1811-8CA1-4A99-8CF6-F91C13F74845}"/>
              </a:ext>
            </a:extLst>
          </p:cNvPr>
          <p:cNvSpPr txBox="1"/>
          <p:nvPr/>
        </p:nvSpPr>
        <p:spPr>
          <a:xfrm>
            <a:off x="5137814" y="4273316"/>
            <a:ext cx="339634" cy="2308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900" b="0" i="0" u="none" strike="noStrike" kern="1200" cap="none" spc="0" normalizeH="0" baseline="0" noProof="0" dirty="0">
                <a:ln>
                  <a:noFill/>
                </a:ln>
                <a:solidFill>
                  <a:srgbClr val="000000"/>
                </a:solidFill>
                <a:effectLst/>
                <a:uLnTx/>
                <a:uFillTx/>
                <a:latin typeface="Arial" charset="0"/>
                <a:ea typeface="+mn-ea"/>
                <a:cs typeface="+mn-cs"/>
              </a:rPr>
              <a:t>X2</a:t>
            </a:r>
          </a:p>
        </p:txBody>
      </p:sp>
      <p:cxnSp>
        <p:nvCxnSpPr>
          <p:cNvPr id="31" name="Conector recto de flecha 30">
            <a:extLst>
              <a:ext uri="{FF2B5EF4-FFF2-40B4-BE49-F238E27FC236}">
                <a16:creationId xmlns:a16="http://schemas.microsoft.com/office/drawing/2014/main" id="{A4AB854D-E7EB-4AB9-AB45-A553E1B69C89}"/>
              </a:ext>
            </a:extLst>
          </p:cNvPr>
          <p:cNvCxnSpPr>
            <a:cxnSpLocks/>
          </p:cNvCxnSpPr>
          <p:nvPr/>
        </p:nvCxnSpPr>
        <p:spPr bwMode="auto">
          <a:xfrm>
            <a:off x="5188092" y="4625045"/>
            <a:ext cx="1090788" cy="0"/>
          </a:xfrm>
          <a:prstGeom prst="straightConnector1">
            <a:avLst/>
          </a:prstGeom>
          <a:solidFill>
            <a:schemeClr val="accent1"/>
          </a:solidFill>
          <a:ln w="9525" cap="flat" cmpd="sng" algn="ctr">
            <a:solidFill>
              <a:schemeClr val="tx1"/>
            </a:solidFill>
            <a:prstDash val="solid"/>
            <a:round/>
            <a:headEnd type="triangle"/>
            <a:tailEnd type="triangle"/>
          </a:ln>
          <a:effectLst/>
        </p:spPr>
      </p:cxnSp>
      <p:sp>
        <p:nvSpPr>
          <p:cNvPr id="33" name="CuadroTexto 32">
            <a:extLst>
              <a:ext uri="{FF2B5EF4-FFF2-40B4-BE49-F238E27FC236}">
                <a16:creationId xmlns:a16="http://schemas.microsoft.com/office/drawing/2014/main" id="{E860492C-B172-45FD-B63F-DD51E9DEB64E}"/>
              </a:ext>
            </a:extLst>
          </p:cNvPr>
          <p:cNvSpPr txBox="1"/>
          <p:nvPr/>
        </p:nvSpPr>
        <p:spPr>
          <a:xfrm>
            <a:off x="5605467" y="4415250"/>
            <a:ext cx="339634" cy="2308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900" b="0" i="0" u="none" strike="noStrike" kern="1200" cap="none" spc="0" normalizeH="0" baseline="0" noProof="0" dirty="0">
                <a:ln>
                  <a:noFill/>
                </a:ln>
                <a:solidFill>
                  <a:srgbClr val="000000"/>
                </a:solidFill>
                <a:effectLst/>
                <a:uLnTx/>
                <a:uFillTx/>
                <a:latin typeface="Arial" charset="0"/>
                <a:ea typeface="+mn-ea"/>
                <a:cs typeface="+mn-cs"/>
              </a:rPr>
              <a:t>X3</a:t>
            </a:r>
          </a:p>
        </p:txBody>
      </p:sp>
      <p:cxnSp>
        <p:nvCxnSpPr>
          <p:cNvPr id="34" name="Conector recto de flecha 33">
            <a:extLst>
              <a:ext uri="{FF2B5EF4-FFF2-40B4-BE49-F238E27FC236}">
                <a16:creationId xmlns:a16="http://schemas.microsoft.com/office/drawing/2014/main" id="{790C110E-D027-4B41-83F2-D0564D3CC276}"/>
              </a:ext>
            </a:extLst>
          </p:cNvPr>
          <p:cNvCxnSpPr>
            <a:cxnSpLocks/>
          </p:cNvCxnSpPr>
          <p:nvPr/>
        </p:nvCxnSpPr>
        <p:spPr bwMode="auto">
          <a:xfrm>
            <a:off x="5188092" y="4768733"/>
            <a:ext cx="1548000" cy="0"/>
          </a:xfrm>
          <a:prstGeom prst="straightConnector1">
            <a:avLst/>
          </a:prstGeom>
          <a:solidFill>
            <a:schemeClr val="accent1"/>
          </a:solidFill>
          <a:ln w="9525" cap="flat" cmpd="sng" algn="ctr">
            <a:solidFill>
              <a:schemeClr val="tx1"/>
            </a:solidFill>
            <a:prstDash val="solid"/>
            <a:round/>
            <a:headEnd type="triangle"/>
            <a:tailEnd type="triangle"/>
          </a:ln>
          <a:effectLst/>
        </p:spPr>
      </p:cxnSp>
      <p:sp>
        <p:nvSpPr>
          <p:cNvPr id="36" name="CuadroTexto 35">
            <a:extLst>
              <a:ext uri="{FF2B5EF4-FFF2-40B4-BE49-F238E27FC236}">
                <a16:creationId xmlns:a16="http://schemas.microsoft.com/office/drawing/2014/main" id="{CB02A594-40D3-4CB6-936A-A812DCB320E2}"/>
              </a:ext>
            </a:extLst>
          </p:cNvPr>
          <p:cNvSpPr txBox="1"/>
          <p:nvPr/>
        </p:nvSpPr>
        <p:spPr>
          <a:xfrm>
            <a:off x="5733486" y="4602480"/>
            <a:ext cx="339634" cy="2308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900" b="0" i="0" u="none" strike="noStrike" kern="1200" cap="none" spc="0" normalizeH="0" baseline="0" noProof="0" dirty="0">
                <a:ln>
                  <a:noFill/>
                </a:ln>
                <a:solidFill>
                  <a:srgbClr val="000000"/>
                </a:solidFill>
                <a:effectLst/>
                <a:uLnTx/>
                <a:uFillTx/>
                <a:latin typeface="Arial" charset="0"/>
                <a:ea typeface="+mn-ea"/>
                <a:cs typeface="+mn-cs"/>
              </a:rPr>
              <a:t>X4</a:t>
            </a:r>
          </a:p>
        </p:txBody>
      </p:sp>
      <p:pic>
        <p:nvPicPr>
          <p:cNvPr id="38" name="Imagen 37">
            <a:extLst>
              <a:ext uri="{FF2B5EF4-FFF2-40B4-BE49-F238E27FC236}">
                <a16:creationId xmlns:a16="http://schemas.microsoft.com/office/drawing/2014/main" id="{03EF553E-6F64-41B3-B8FC-531B4C0BC282}"/>
              </a:ext>
            </a:extLst>
          </p:cNvPr>
          <p:cNvPicPr>
            <a:picLocks noChangeAspect="1"/>
          </p:cNvPicPr>
          <p:nvPr/>
        </p:nvPicPr>
        <p:blipFill>
          <a:blip r:embed="rId4"/>
          <a:stretch>
            <a:fillRect/>
          </a:stretch>
        </p:blipFill>
        <p:spPr>
          <a:xfrm>
            <a:off x="7820186" y="1552053"/>
            <a:ext cx="2560542" cy="2880610"/>
          </a:xfrm>
          <a:prstGeom prst="rect">
            <a:avLst/>
          </a:prstGeom>
        </p:spPr>
      </p:pic>
      <p:cxnSp>
        <p:nvCxnSpPr>
          <p:cNvPr id="39" name="Conector recto de flecha 38">
            <a:extLst>
              <a:ext uri="{FF2B5EF4-FFF2-40B4-BE49-F238E27FC236}">
                <a16:creationId xmlns:a16="http://schemas.microsoft.com/office/drawing/2014/main" id="{BCDE8E6F-AED2-4255-8CFB-9D195C45671C}"/>
              </a:ext>
            </a:extLst>
          </p:cNvPr>
          <p:cNvCxnSpPr>
            <a:cxnSpLocks/>
          </p:cNvCxnSpPr>
          <p:nvPr/>
        </p:nvCxnSpPr>
        <p:spPr bwMode="auto">
          <a:xfrm>
            <a:off x="8158995" y="1592625"/>
            <a:ext cx="0" cy="1681798"/>
          </a:xfrm>
          <a:prstGeom prst="straightConnector1">
            <a:avLst/>
          </a:prstGeom>
          <a:solidFill>
            <a:schemeClr val="accent1"/>
          </a:solidFill>
          <a:ln w="9525" cap="flat" cmpd="sng" algn="ctr">
            <a:solidFill>
              <a:schemeClr val="tx1"/>
            </a:solidFill>
            <a:prstDash val="solid"/>
            <a:round/>
            <a:headEnd type="triangle"/>
            <a:tailEnd type="triangle"/>
          </a:ln>
          <a:effectLst/>
        </p:spPr>
      </p:cxnSp>
      <p:sp>
        <p:nvSpPr>
          <p:cNvPr id="40" name="CuadroTexto 39">
            <a:extLst>
              <a:ext uri="{FF2B5EF4-FFF2-40B4-BE49-F238E27FC236}">
                <a16:creationId xmlns:a16="http://schemas.microsoft.com/office/drawing/2014/main" id="{674DF2F3-BF8F-4F9B-BABC-A6B86FAF55B3}"/>
              </a:ext>
            </a:extLst>
          </p:cNvPr>
          <p:cNvSpPr txBox="1"/>
          <p:nvPr/>
        </p:nvSpPr>
        <p:spPr>
          <a:xfrm>
            <a:off x="7981405" y="1875140"/>
            <a:ext cx="473956"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900" b="0" i="0" u="none" strike="noStrike" kern="1200" cap="none" spc="0" normalizeH="0" baseline="0" noProof="0" dirty="0">
                <a:ln>
                  <a:noFill/>
                </a:ln>
                <a:solidFill>
                  <a:srgbClr val="000000"/>
                </a:solidFill>
                <a:effectLst/>
                <a:uLnTx/>
                <a:uFillTx/>
                <a:latin typeface="Arial" charset="0"/>
                <a:ea typeface="+mn-ea"/>
                <a:cs typeface="+mn-cs"/>
              </a:rPr>
              <a:t>D1</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900" b="0" i="0" u="none" strike="noStrike" kern="1200" cap="none" spc="0" normalizeH="0" baseline="0" noProof="0" dirty="0">
                <a:ln>
                  <a:noFill/>
                </a:ln>
                <a:solidFill>
                  <a:srgbClr val="000000"/>
                </a:solidFill>
                <a:effectLst/>
                <a:uLnTx/>
                <a:uFillTx/>
                <a:latin typeface="Arial" charset="0"/>
                <a:ea typeface="+mn-ea"/>
                <a:cs typeface="+mn-cs"/>
              </a:rPr>
              <a:t>KOP</a:t>
            </a:r>
          </a:p>
        </p:txBody>
      </p:sp>
      <p:cxnSp>
        <p:nvCxnSpPr>
          <p:cNvPr id="42" name="Conector recto de flecha 41">
            <a:extLst>
              <a:ext uri="{FF2B5EF4-FFF2-40B4-BE49-F238E27FC236}">
                <a16:creationId xmlns:a16="http://schemas.microsoft.com/office/drawing/2014/main" id="{CD98834C-0438-4E77-A3CE-0F893785B74C}"/>
              </a:ext>
            </a:extLst>
          </p:cNvPr>
          <p:cNvCxnSpPr>
            <a:cxnSpLocks/>
          </p:cNvCxnSpPr>
          <p:nvPr/>
        </p:nvCxnSpPr>
        <p:spPr bwMode="auto">
          <a:xfrm>
            <a:off x="7918764" y="1584959"/>
            <a:ext cx="0" cy="2211978"/>
          </a:xfrm>
          <a:prstGeom prst="straightConnector1">
            <a:avLst/>
          </a:prstGeom>
          <a:solidFill>
            <a:schemeClr val="accent1"/>
          </a:solidFill>
          <a:ln w="9525" cap="flat" cmpd="sng" algn="ctr">
            <a:solidFill>
              <a:schemeClr val="tx1"/>
            </a:solidFill>
            <a:prstDash val="solid"/>
            <a:round/>
            <a:headEnd type="triangle"/>
            <a:tailEnd type="triangle"/>
          </a:ln>
          <a:effectLst/>
        </p:spPr>
      </p:cxnSp>
      <p:sp>
        <p:nvSpPr>
          <p:cNvPr id="43" name="CuadroTexto 42">
            <a:extLst>
              <a:ext uri="{FF2B5EF4-FFF2-40B4-BE49-F238E27FC236}">
                <a16:creationId xmlns:a16="http://schemas.microsoft.com/office/drawing/2014/main" id="{C61CD5E5-FC4B-416E-AD86-E64C33CE2591}"/>
              </a:ext>
            </a:extLst>
          </p:cNvPr>
          <p:cNvSpPr txBox="1"/>
          <p:nvPr/>
        </p:nvSpPr>
        <p:spPr>
          <a:xfrm>
            <a:off x="7753963" y="2295128"/>
            <a:ext cx="339634" cy="2308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900" b="0" i="0" u="none" strike="noStrike" kern="1200" cap="none" spc="0" normalizeH="0" baseline="0" noProof="0" dirty="0">
                <a:ln>
                  <a:noFill/>
                </a:ln>
                <a:solidFill>
                  <a:srgbClr val="000000"/>
                </a:solidFill>
                <a:effectLst/>
                <a:uLnTx/>
                <a:uFillTx/>
                <a:latin typeface="Arial" charset="0"/>
                <a:ea typeface="+mn-ea"/>
                <a:cs typeface="+mn-cs"/>
              </a:rPr>
              <a:t>D2</a:t>
            </a:r>
          </a:p>
        </p:txBody>
      </p:sp>
      <p:cxnSp>
        <p:nvCxnSpPr>
          <p:cNvPr id="46" name="Conector recto de flecha 45">
            <a:extLst>
              <a:ext uri="{FF2B5EF4-FFF2-40B4-BE49-F238E27FC236}">
                <a16:creationId xmlns:a16="http://schemas.microsoft.com/office/drawing/2014/main" id="{B72F5EEB-4693-46DF-9C46-B2DAA2C7A190}"/>
              </a:ext>
            </a:extLst>
          </p:cNvPr>
          <p:cNvCxnSpPr>
            <a:cxnSpLocks/>
          </p:cNvCxnSpPr>
          <p:nvPr/>
        </p:nvCxnSpPr>
        <p:spPr bwMode="auto">
          <a:xfrm>
            <a:off x="8357719" y="4336869"/>
            <a:ext cx="638234" cy="0"/>
          </a:xfrm>
          <a:prstGeom prst="straightConnector1">
            <a:avLst/>
          </a:prstGeom>
          <a:solidFill>
            <a:schemeClr val="accent1"/>
          </a:solidFill>
          <a:ln w="9525" cap="flat" cmpd="sng" algn="ctr">
            <a:solidFill>
              <a:schemeClr val="tx1"/>
            </a:solidFill>
            <a:prstDash val="solid"/>
            <a:round/>
            <a:headEnd type="triangle"/>
            <a:tailEnd type="triangle"/>
          </a:ln>
          <a:effectLst/>
        </p:spPr>
      </p:cxnSp>
      <p:sp>
        <p:nvSpPr>
          <p:cNvPr id="47" name="CuadroTexto 46">
            <a:extLst>
              <a:ext uri="{FF2B5EF4-FFF2-40B4-BE49-F238E27FC236}">
                <a16:creationId xmlns:a16="http://schemas.microsoft.com/office/drawing/2014/main" id="{47FAFD9D-8545-4550-BE49-9EA81AB74233}"/>
              </a:ext>
            </a:extLst>
          </p:cNvPr>
          <p:cNvSpPr txBox="1"/>
          <p:nvPr/>
        </p:nvSpPr>
        <p:spPr>
          <a:xfrm>
            <a:off x="8541855" y="4136463"/>
            <a:ext cx="339634" cy="2308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900" b="0" i="0" u="none" strike="noStrike" kern="1200" cap="none" spc="0" normalizeH="0" baseline="0" noProof="0" dirty="0">
                <a:ln>
                  <a:noFill/>
                </a:ln>
                <a:solidFill>
                  <a:srgbClr val="000000"/>
                </a:solidFill>
                <a:effectLst/>
                <a:uLnTx/>
                <a:uFillTx/>
                <a:latin typeface="Arial" charset="0"/>
                <a:ea typeface="+mn-ea"/>
                <a:cs typeface="+mn-cs"/>
              </a:rPr>
              <a:t>X2</a:t>
            </a:r>
          </a:p>
        </p:txBody>
      </p:sp>
      <p:cxnSp>
        <p:nvCxnSpPr>
          <p:cNvPr id="49" name="Conector recto de flecha 48">
            <a:extLst>
              <a:ext uri="{FF2B5EF4-FFF2-40B4-BE49-F238E27FC236}">
                <a16:creationId xmlns:a16="http://schemas.microsoft.com/office/drawing/2014/main" id="{F6636EE0-5583-48A0-B6FB-A9F2B873897D}"/>
              </a:ext>
            </a:extLst>
          </p:cNvPr>
          <p:cNvCxnSpPr>
            <a:cxnSpLocks/>
          </p:cNvCxnSpPr>
          <p:nvPr/>
        </p:nvCxnSpPr>
        <p:spPr bwMode="auto">
          <a:xfrm>
            <a:off x="4506022" y="1592625"/>
            <a:ext cx="0" cy="2664000"/>
          </a:xfrm>
          <a:prstGeom prst="straightConnector1">
            <a:avLst/>
          </a:prstGeom>
          <a:solidFill>
            <a:schemeClr val="accent1"/>
          </a:solidFill>
          <a:ln w="9525" cap="flat" cmpd="sng" algn="ctr">
            <a:solidFill>
              <a:schemeClr val="tx1"/>
            </a:solidFill>
            <a:prstDash val="solid"/>
            <a:round/>
            <a:headEnd type="triangle"/>
            <a:tailEnd type="triangle"/>
          </a:ln>
          <a:effectLst/>
        </p:spPr>
      </p:cxnSp>
      <p:cxnSp>
        <p:nvCxnSpPr>
          <p:cNvPr id="51" name="Conector recto de flecha 50">
            <a:extLst>
              <a:ext uri="{FF2B5EF4-FFF2-40B4-BE49-F238E27FC236}">
                <a16:creationId xmlns:a16="http://schemas.microsoft.com/office/drawing/2014/main" id="{2DB7E1C8-62B5-479E-9913-3D3ABC96B9DA}"/>
              </a:ext>
            </a:extLst>
          </p:cNvPr>
          <p:cNvCxnSpPr>
            <a:cxnSpLocks/>
          </p:cNvCxnSpPr>
          <p:nvPr/>
        </p:nvCxnSpPr>
        <p:spPr bwMode="auto">
          <a:xfrm>
            <a:off x="4745455" y="1592625"/>
            <a:ext cx="0" cy="2016000"/>
          </a:xfrm>
          <a:prstGeom prst="straightConnector1">
            <a:avLst/>
          </a:prstGeom>
          <a:solidFill>
            <a:schemeClr val="accent1"/>
          </a:solidFill>
          <a:ln w="9525" cap="flat" cmpd="sng" algn="ctr">
            <a:solidFill>
              <a:schemeClr val="tx1"/>
            </a:solidFill>
            <a:prstDash val="solid"/>
            <a:round/>
            <a:headEnd type="triangle"/>
            <a:tailEnd type="triangle"/>
          </a:ln>
          <a:effectLst/>
        </p:spPr>
      </p:cxnSp>
      <p:cxnSp>
        <p:nvCxnSpPr>
          <p:cNvPr id="52" name="Conector recto de flecha 51">
            <a:extLst>
              <a:ext uri="{FF2B5EF4-FFF2-40B4-BE49-F238E27FC236}">
                <a16:creationId xmlns:a16="http://schemas.microsoft.com/office/drawing/2014/main" id="{5DC302FB-EFA0-4A52-B0E1-30E14C69A76C}"/>
              </a:ext>
            </a:extLst>
          </p:cNvPr>
          <p:cNvCxnSpPr>
            <a:cxnSpLocks/>
          </p:cNvCxnSpPr>
          <p:nvPr/>
        </p:nvCxnSpPr>
        <p:spPr bwMode="auto">
          <a:xfrm>
            <a:off x="4915272" y="1584959"/>
            <a:ext cx="0" cy="1152000"/>
          </a:xfrm>
          <a:prstGeom prst="straightConnector1">
            <a:avLst/>
          </a:prstGeom>
          <a:solidFill>
            <a:schemeClr val="accent1"/>
          </a:solidFill>
          <a:ln w="9525" cap="flat" cmpd="sng" algn="ctr">
            <a:solidFill>
              <a:schemeClr val="tx1"/>
            </a:solidFill>
            <a:prstDash val="solid"/>
            <a:round/>
            <a:headEnd type="triangle"/>
            <a:tailEnd type="triangle"/>
          </a:ln>
          <a:effectLst/>
        </p:spPr>
      </p:cxnSp>
      <p:cxnSp>
        <p:nvCxnSpPr>
          <p:cNvPr id="53" name="Conector recto de flecha 52">
            <a:extLst>
              <a:ext uri="{FF2B5EF4-FFF2-40B4-BE49-F238E27FC236}">
                <a16:creationId xmlns:a16="http://schemas.microsoft.com/office/drawing/2014/main" id="{134B6874-4B3D-4E44-A4A5-547895EAE894}"/>
              </a:ext>
            </a:extLst>
          </p:cNvPr>
          <p:cNvCxnSpPr/>
          <p:nvPr/>
        </p:nvCxnSpPr>
        <p:spPr bwMode="auto">
          <a:xfrm>
            <a:off x="5006492" y="1584959"/>
            <a:ext cx="0" cy="792000"/>
          </a:xfrm>
          <a:prstGeom prst="straightConnector1">
            <a:avLst/>
          </a:prstGeom>
          <a:solidFill>
            <a:schemeClr val="accent1"/>
          </a:solidFill>
          <a:ln w="9525" cap="flat" cmpd="sng" algn="ctr">
            <a:solidFill>
              <a:schemeClr val="tx1"/>
            </a:solidFill>
            <a:prstDash val="solid"/>
            <a:round/>
            <a:headEnd type="triangle"/>
            <a:tailEnd type="triangle"/>
          </a:ln>
          <a:effectLst/>
        </p:spPr>
      </p:cxnSp>
      <p:cxnSp>
        <p:nvCxnSpPr>
          <p:cNvPr id="55" name="Conector recto 54">
            <a:extLst>
              <a:ext uri="{FF2B5EF4-FFF2-40B4-BE49-F238E27FC236}">
                <a16:creationId xmlns:a16="http://schemas.microsoft.com/office/drawing/2014/main" id="{0B8B559B-2CAC-444A-9F39-E281555981FF}"/>
              </a:ext>
            </a:extLst>
          </p:cNvPr>
          <p:cNvCxnSpPr>
            <a:cxnSpLocks/>
          </p:cNvCxnSpPr>
          <p:nvPr/>
        </p:nvCxnSpPr>
        <p:spPr bwMode="auto">
          <a:xfrm>
            <a:off x="1227908" y="3274423"/>
            <a:ext cx="507880" cy="0"/>
          </a:xfrm>
          <a:prstGeom prst="line">
            <a:avLst/>
          </a:prstGeom>
          <a:solidFill>
            <a:schemeClr val="accent1"/>
          </a:solidFill>
          <a:ln w="9525" cap="flat" cmpd="sng" algn="ctr">
            <a:solidFill>
              <a:schemeClr val="tx1"/>
            </a:solidFill>
            <a:prstDash val="lgDash"/>
            <a:round/>
            <a:headEnd type="none" w="med" len="med"/>
            <a:tailEnd type="none" w="med" len="med"/>
          </a:ln>
          <a:effectLst/>
        </p:spPr>
      </p:cxnSp>
      <p:cxnSp>
        <p:nvCxnSpPr>
          <p:cNvPr id="59" name="Conector recto 58">
            <a:extLst>
              <a:ext uri="{FF2B5EF4-FFF2-40B4-BE49-F238E27FC236}">
                <a16:creationId xmlns:a16="http://schemas.microsoft.com/office/drawing/2014/main" id="{7448585B-6601-47DD-B0F2-DE0864B39DF4}"/>
              </a:ext>
            </a:extLst>
          </p:cNvPr>
          <p:cNvCxnSpPr>
            <a:cxnSpLocks/>
          </p:cNvCxnSpPr>
          <p:nvPr/>
        </p:nvCxnSpPr>
        <p:spPr bwMode="auto">
          <a:xfrm>
            <a:off x="1040939" y="4296957"/>
            <a:ext cx="1692000" cy="0"/>
          </a:xfrm>
          <a:prstGeom prst="line">
            <a:avLst/>
          </a:prstGeom>
          <a:solidFill>
            <a:schemeClr val="accent1"/>
          </a:solidFill>
          <a:ln w="9525" cap="flat" cmpd="sng" algn="ctr">
            <a:solidFill>
              <a:schemeClr val="tx1"/>
            </a:solidFill>
            <a:prstDash val="lgDash"/>
            <a:round/>
            <a:headEnd type="none" w="med" len="med"/>
            <a:tailEnd type="none" w="med" len="med"/>
          </a:ln>
          <a:effectLst/>
        </p:spPr>
      </p:cxnSp>
      <p:cxnSp>
        <p:nvCxnSpPr>
          <p:cNvPr id="60" name="Conector recto 59">
            <a:extLst>
              <a:ext uri="{FF2B5EF4-FFF2-40B4-BE49-F238E27FC236}">
                <a16:creationId xmlns:a16="http://schemas.microsoft.com/office/drawing/2014/main" id="{44A2D395-F3C2-4DF1-A2E8-E59DFFF4B8A9}"/>
              </a:ext>
            </a:extLst>
          </p:cNvPr>
          <p:cNvCxnSpPr>
            <a:cxnSpLocks/>
          </p:cNvCxnSpPr>
          <p:nvPr/>
        </p:nvCxnSpPr>
        <p:spPr bwMode="auto">
          <a:xfrm flipV="1">
            <a:off x="1533621" y="2917371"/>
            <a:ext cx="0" cy="1728000"/>
          </a:xfrm>
          <a:prstGeom prst="line">
            <a:avLst/>
          </a:prstGeom>
          <a:solidFill>
            <a:schemeClr val="accent1"/>
          </a:solidFill>
          <a:ln w="9525" cap="flat" cmpd="sng" algn="ctr">
            <a:solidFill>
              <a:schemeClr val="tx1"/>
            </a:solidFill>
            <a:prstDash val="lgDash"/>
            <a:round/>
            <a:headEnd type="none" w="med" len="med"/>
            <a:tailEnd type="none" w="med" len="med"/>
          </a:ln>
          <a:effectLst/>
        </p:spPr>
      </p:cxnSp>
      <p:cxnSp>
        <p:nvCxnSpPr>
          <p:cNvPr id="62" name="Conector recto 61">
            <a:extLst>
              <a:ext uri="{FF2B5EF4-FFF2-40B4-BE49-F238E27FC236}">
                <a16:creationId xmlns:a16="http://schemas.microsoft.com/office/drawing/2014/main" id="{15948DC4-7FEB-451D-BF87-9ED9C76853D5}"/>
              </a:ext>
            </a:extLst>
          </p:cNvPr>
          <p:cNvCxnSpPr>
            <a:cxnSpLocks/>
          </p:cNvCxnSpPr>
          <p:nvPr/>
        </p:nvCxnSpPr>
        <p:spPr bwMode="auto">
          <a:xfrm flipH="1" flipV="1">
            <a:off x="1723638" y="3274423"/>
            <a:ext cx="0" cy="1158240"/>
          </a:xfrm>
          <a:prstGeom prst="line">
            <a:avLst/>
          </a:prstGeom>
          <a:solidFill>
            <a:schemeClr val="accent1"/>
          </a:solidFill>
          <a:ln w="9525" cap="flat" cmpd="sng" algn="ctr">
            <a:solidFill>
              <a:schemeClr val="tx1"/>
            </a:solidFill>
            <a:prstDash val="lgDash"/>
            <a:round/>
            <a:headEnd type="none" w="med" len="med"/>
            <a:tailEnd type="none" w="med" len="med"/>
          </a:ln>
          <a:effectLst/>
        </p:spPr>
      </p:cxnSp>
      <p:cxnSp>
        <p:nvCxnSpPr>
          <p:cNvPr id="64" name="Conector recto 63">
            <a:extLst>
              <a:ext uri="{FF2B5EF4-FFF2-40B4-BE49-F238E27FC236}">
                <a16:creationId xmlns:a16="http://schemas.microsoft.com/office/drawing/2014/main" id="{36DD1358-1F90-4D98-8401-0A68947B0CFA}"/>
              </a:ext>
            </a:extLst>
          </p:cNvPr>
          <p:cNvCxnSpPr>
            <a:cxnSpLocks/>
          </p:cNvCxnSpPr>
          <p:nvPr/>
        </p:nvCxnSpPr>
        <p:spPr bwMode="auto">
          <a:xfrm flipH="1" flipV="1">
            <a:off x="2730118" y="4254192"/>
            <a:ext cx="0" cy="360000"/>
          </a:xfrm>
          <a:prstGeom prst="line">
            <a:avLst/>
          </a:prstGeom>
          <a:solidFill>
            <a:schemeClr val="accent1"/>
          </a:solidFill>
          <a:ln w="9525" cap="flat" cmpd="sng" algn="ctr">
            <a:solidFill>
              <a:schemeClr val="tx1"/>
            </a:solidFill>
            <a:prstDash val="lgDash"/>
            <a:round/>
            <a:headEnd type="none" w="med" len="med"/>
            <a:tailEnd type="none" w="med" len="med"/>
          </a:ln>
          <a:effectLst/>
        </p:spPr>
      </p:cxnSp>
      <p:cxnSp>
        <p:nvCxnSpPr>
          <p:cNvPr id="65" name="Conector recto 64">
            <a:extLst>
              <a:ext uri="{FF2B5EF4-FFF2-40B4-BE49-F238E27FC236}">
                <a16:creationId xmlns:a16="http://schemas.microsoft.com/office/drawing/2014/main" id="{1C3B0C26-37C0-4EEC-A761-2768DC8F104A}"/>
              </a:ext>
            </a:extLst>
          </p:cNvPr>
          <p:cNvCxnSpPr>
            <a:cxnSpLocks/>
          </p:cNvCxnSpPr>
          <p:nvPr/>
        </p:nvCxnSpPr>
        <p:spPr bwMode="auto">
          <a:xfrm>
            <a:off x="4915272" y="2752374"/>
            <a:ext cx="507880" cy="0"/>
          </a:xfrm>
          <a:prstGeom prst="line">
            <a:avLst/>
          </a:prstGeom>
          <a:solidFill>
            <a:schemeClr val="accent1"/>
          </a:solidFill>
          <a:ln w="9525" cap="flat" cmpd="sng" algn="ctr">
            <a:solidFill>
              <a:schemeClr val="tx1"/>
            </a:solidFill>
            <a:prstDash val="lgDash"/>
            <a:round/>
            <a:headEnd type="none" w="med" len="med"/>
            <a:tailEnd type="none" w="med" len="med"/>
          </a:ln>
          <a:effectLst/>
        </p:spPr>
      </p:cxnSp>
      <p:cxnSp>
        <p:nvCxnSpPr>
          <p:cNvPr id="66" name="Conector recto 65">
            <a:extLst>
              <a:ext uri="{FF2B5EF4-FFF2-40B4-BE49-F238E27FC236}">
                <a16:creationId xmlns:a16="http://schemas.microsoft.com/office/drawing/2014/main" id="{C4C85CAA-59D8-472E-B38D-83F5A706C4E9}"/>
              </a:ext>
            </a:extLst>
          </p:cNvPr>
          <p:cNvCxnSpPr>
            <a:cxnSpLocks/>
          </p:cNvCxnSpPr>
          <p:nvPr/>
        </p:nvCxnSpPr>
        <p:spPr bwMode="auto">
          <a:xfrm>
            <a:off x="4727097" y="3614610"/>
            <a:ext cx="1548000" cy="0"/>
          </a:xfrm>
          <a:prstGeom prst="line">
            <a:avLst/>
          </a:prstGeom>
          <a:solidFill>
            <a:schemeClr val="accent1"/>
          </a:solidFill>
          <a:ln w="9525" cap="flat" cmpd="sng" algn="ctr">
            <a:solidFill>
              <a:schemeClr val="tx1"/>
            </a:solidFill>
            <a:prstDash val="lgDash"/>
            <a:round/>
            <a:headEnd type="none" w="med" len="med"/>
            <a:tailEnd type="none" w="med" len="med"/>
          </a:ln>
          <a:effectLst/>
        </p:spPr>
      </p:cxnSp>
      <p:cxnSp>
        <p:nvCxnSpPr>
          <p:cNvPr id="67" name="Conector recto 66">
            <a:extLst>
              <a:ext uri="{FF2B5EF4-FFF2-40B4-BE49-F238E27FC236}">
                <a16:creationId xmlns:a16="http://schemas.microsoft.com/office/drawing/2014/main" id="{4133E2A9-A911-4348-A8F6-C962D4476AF0}"/>
              </a:ext>
            </a:extLst>
          </p:cNvPr>
          <p:cNvCxnSpPr>
            <a:cxnSpLocks/>
          </p:cNvCxnSpPr>
          <p:nvPr/>
        </p:nvCxnSpPr>
        <p:spPr bwMode="auto">
          <a:xfrm flipV="1">
            <a:off x="4482739" y="4251879"/>
            <a:ext cx="2268000" cy="4907"/>
          </a:xfrm>
          <a:prstGeom prst="line">
            <a:avLst/>
          </a:prstGeom>
          <a:solidFill>
            <a:schemeClr val="accent1"/>
          </a:solidFill>
          <a:ln w="9525" cap="flat" cmpd="sng" algn="ctr">
            <a:solidFill>
              <a:schemeClr val="tx1"/>
            </a:solidFill>
            <a:prstDash val="lgDash"/>
            <a:round/>
            <a:headEnd type="none" w="med" len="med"/>
            <a:tailEnd type="none" w="med" len="med"/>
          </a:ln>
          <a:effectLst/>
        </p:spPr>
      </p:cxnSp>
      <p:cxnSp>
        <p:nvCxnSpPr>
          <p:cNvPr id="69" name="Conector recto 68">
            <a:extLst>
              <a:ext uri="{FF2B5EF4-FFF2-40B4-BE49-F238E27FC236}">
                <a16:creationId xmlns:a16="http://schemas.microsoft.com/office/drawing/2014/main" id="{3F8BF2DF-F82A-43F8-AB64-E5A215DA9C9E}"/>
              </a:ext>
            </a:extLst>
          </p:cNvPr>
          <p:cNvCxnSpPr>
            <a:cxnSpLocks/>
          </p:cNvCxnSpPr>
          <p:nvPr/>
        </p:nvCxnSpPr>
        <p:spPr bwMode="auto">
          <a:xfrm flipV="1">
            <a:off x="5193359" y="2486188"/>
            <a:ext cx="0" cy="2376000"/>
          </a:xfrm>
          <a:prstGeom prst="line">
            <a:avLst/>
          </a:prstGeom>
          <a:solidFill>
            <a:schemeClr val="accent1"/>
          </a:solidFill>
          <a:ln w="9525" cap="flat" cmpd="sng" algn="ctr">
            <a:solidFill>
              <a:schemeClr val="tx1"/>
            </a:solidFill>
            <a:prstDash val="lgDash"/>
            <a:round/>
            <a:headEnd type="none" w="med" len="med"/>
            <a:tailEnd type="none" w="med" len="med"/>
          </a:ln>
          <a:effectLst/>
        </p:spPr>
      </p:cxnSp>
      <p:cxnSp>
        <p:nvCxnSpPr>
          <p:cNvPr id="70" name="Conector recto 69">
            <a:extLst>
              <a:ext uri="{FF2B5EF4-FFF2-40B4-BE49-F238E27FC236}">
                <a16:creationId xmlns:a16="http://schemas.microsoft.com/office/drawing/2014/main" id="{96C15279-C3DB-435A-9543-C63C4337664B}"/>
              </a:ext>
            </a:extLst>
          </p:cNvPr>
          <p:cNvCxnSpPr>
            <a:cxnSpLocks/>
          </p:cNvCxnSpPr>
          <p:nvPr/>
        </p:nvCxnSpPr>
        <p:spPr bwMode="auto">
          <a:xfrm flipH="1" flipV="1">
            <a:off x="5402284" y="2731204"/>
            <a:ext cx="0" cy="1764000"/>
          </a:xfrm>
          <a:prstGeom prst="line">
            <a:avLst/>
          </a:prstGeom>
          <a:solidFill>
            <a:schemeClr val="accent1"/>
          </a:solidFill>
          <a:ln w="9525" cap="flat" cmpd="sng" algn="ctr">
            <a:solidFill>
              <a:schemeClr val="tx1"/>
            </a:solidFill>
            <a:prstDash val="lgDash"/>
            <a:round/>
            <a:headEnd type="none" w="med" len="med"/>
            <a:tailEnd type="none" w="med" len="med"/>
          </a:ln>
          <a:effectLst/>
        </p:spPr>
      </p:cxnSp>
      <p:cxnSp>
        <p:nvCxnSpPr>
          <p:cNvPr id="71" name="Conector recto 70">
            <a:extLst>
              <a:ext uri="{FF2B5EF4-FFF2-40B4-BE49-F238E27FC236}">
                <a16:creationId xmlns:a16="http://schemas.microsoft.com/office/drawing/2014/main" id="{54884B20-0929-4E94-A508-954C9897E7D8}"/>
              </a:ext>
            </a:extLst>
          </p:cNvPr>
          <p:cNvCxnSpPr>
            <a:cxnSpLocks/>
          </p:cNvCxnSpPr>
          <p:nvPr/>
        </p:nvCxnSpPr>
        <p:spPr bwMode="auto">
          <a:xfrm flipH="1" flipV="1">
            <a:off x="6263851" y="3599540"/>
            <a:ext cx="0" cy="1044000"/>
          </a:xfrm>
          <a:prstGeom prst="line">
            <a:avLst/>
          </a:prstGeom>
          <a:solidFill>
            <a:schemeClr val="accent1"/>
          </a:solidFill>
          <a:ln w="9525" cap="flat" cmpd="sng" algn="ctr">
            <a:solidFill>
              <a:schemeClr val="tx1"/>
            </a:solidFill>
            <a:prstDash val="lgDash"/>
            <a:round/>
            <a:headEnd type="none" w="med" len="med"/>
            <a:tailEnd type="none" w="med" len="med"/>
          </a:ln>
          <a:effectLst/>
        </p:spPr>
      </p:cxnSp>
      <p:cxnSp>
        <p:nvCxnSpPr>
          <p:cNvPr id="72" name="Conector recto 71">
            <a:extLst>
              <a:ext uri="{FF2B5EF4-FFF2-40B4-BE49-F238E27FC236}">
                <a16:creationId xmlns:a16="http://schemas.microsoft.com/office/drawing/2014/main" id="{C9F1B3A3-88C4-4B0C-83F3-E3EC7DDB18AA}"/>
              </a:ext>
            </a:extLst>
          </p:cNvPr>
          <p:cNvCxnSpPr>
            <a:cxnSpLocks/>
          </p:cNvCxnSpPr>
          <p:nvPr/>
        </p:nvCxnSpPr>
        <p:spPr bwMode="auto">
          <a:xfrm flipH="1" flipV="1">
            <a:off x="6737735" y="4254085"/>
            <a:ext cx="0" cy="504000"/>
          </a:xfrm>
          <a:prstGeom prst="line">
            <a:avLst/>
          </a:prstGeom>
          <a:solidFill>
            <a:schemeClr val="accent1"/>
          </a:solidFill>
          <a:ln w="9525" cap="flat" cmpd="sng" algn="ctr">
            <a:solidFill>
              <a:schemeClr val="tx1"/>
            </a:solidFill>
            <a:prstDash val="lgDash"/>
            <a:round/>
            <a:headEnd type="none" w="med" len="med"/>
            <a:tailEnd type="none" w="med" len="med"/>
          </a:ln>
          <a:effectLst/>
        </p:spPr>
      </p:cxnSp>
      <p:cxnSp>
        <p:nvCxnSpPr>
          <p:cNvPr id="73" name="Conector recto 72">
            <a:extLst>
              <a:ext uri="{FF2B5EF4-FFF2-40B4-BE49-F238E27FC236}">
                <a16:creationId xmlns:a16="http://schemas.microsoft.com/office/drawing/2014/main" id="{B54F70DE-38FD-4309-8E3B-DD70E4C72B76}"/>
              </a:ext>
            </a:extLst>
          </p:cNvPr>
          <p:cNvCxnSpPr>
            <a:cxnSpLocks/>
          </p:cNvCxnSpPr>
          <p:nvPr/>
        </p:nvCxnSpPr>
        <p:spPr bwMode="auto">
          <a:xfrm flipV="1">
            <a:off x="8356415" y="3215167"/>
            <a:ext cx="0" cy="1116000"/>
          </a:xfrm>
          <a:prstGeom prst="line">
            <a:avLst/>
          </a:prstGeom>
          <a:solidFill>
            <a:schemeClr val="accent1"/>
          </a:solidFill>
          <a:ln w="9525" cap="flat" cmpd="sng" algn="ctr">
            <a:solidFill>
              <a:schemeClr val="tx1"/>
            </a:solidFill>
            <a:prstDash val="lgDash"/>
            <a:round/>
            <a:headEnd type="none" w="med" len="med"/>
            <a:tailEnd type="none" w="med" len="med"/>
          </a:ln>
          <a:effectLst/>
        </p:spPr>
      </p:cxnSp>
      <p:cxnSp>
        <p:nvCxnSpPr>
          <p:cNvPr id="74" name="Conector recto 73">
            <a:extLst>
              <a:ext uri="{FF2B5EF4-FFF2-40B4-BE49-F238E27FC236}">
                <a16:creationId xmlns:a16="http://schemas.microsoft.com/office/drawing/2014/main" id="{BFB40863-22E6-4749-992F-B4E7E0C9E4A3}"/>
              </a:ext>
            </a:extLst>
          </p:cNvPr>
          <p:cNvCxnSpPr>
            <a:cxnSpLocks/>
          </p:cNvCxnSpPr>
          <p:nvPr/>
        </p:nvCxnSpPr>
        <p:spPr bwMode="auto">
          <a:xfrm flipV="1">
            <a:off x="8978535" y="3781371"/>
            <a:ext cx="0" cy="576000"/>
          </a:xfrm>
          <a:prstGeom prst="line">
            <a:avLst/>
          </a:prstGeom>
          <a:solidFill>
            <a:schemeClr val="accent1"/>
          </a:solidFill>
          <a:ln w="9525" cap="flat" cmpd="sng" algn="ctr">
            <a:solidFill>
              <a:schemeClr val="tx1"/>
            </a:solidFill>
            <a:prstDash val="lgDash"/>
            <a:round/>
            <a:headEnd type="none" w="med" len="med"/>
            <a:tailEnd type="none" w="med" len="med"/>
          </a:ln>
          <a:effectLst/>
        </p:spPr>
      </p:cxnSp>
      <p:cxnSp>
        <p:nvCxnSpPr>
          <p:cNvPr id="75" name="Conector recto 74">
            <a:extLst>
              <a:ext uri="{FF2B5EF4-FFF2-40B4-BE49-F238E27FC236}">
                <a16:creationId xmlns:a16="http://schemas.microsoft.com/office/drawing/2014/main" id="{0B76F2C9-694C-4A2B-A6D6-9CEDA7E558A1}"/>
              </a:ext>
            </a:extLst>
          </p:cNvPr>
          <p:cNvCxnSpPr>
            <a:cxnSpLocks/>
          </p:cNvCxnSpPr>
          <p:nvPr/>
        </p:nvCxnSpPr>
        <p:spPr bwMode="auto">
          <a:xfrm>
            <a:off x="7920444" y="3777569"/>
            <a:ext cx="1044000" cy="0"/>
          </a:xfrm>
          <a:prstGeom prst="line">
            <a:avLst/>
          </a:prstGeom>
          <a:solidFill>
            <a:schemeClr val="accent1"/>
          </a:solidFill>
          <a:ln w="9525" cap="flat" cmpd="sng" algn="ctr">
            <a:solidFill>
              <a:schemeClr val="tx1"/>
            </a:solidFill>
            <a:prstDash val="lgDash"/>
            <a:round/>
            <a:headEnd type="none" w="med" len="med"/>
            <a:tailEnd type="none" w="med" len="med"/>
          </a:ln>
          <a:effectLst/>
        </p:spPr>
      </p:cxnSp>
      <p:sp>
        <p:nvSpPr>
          <p:cNvPr id="76" name="CuadroTexto 75">
            <a:extLst>
              <a:ext uri="{FF2B5EF4-FFF2-40B4-BE49-F238E27FC236}">
                <a16:creationId xmlns:a16="http://schemas.microsoft.com/office/drawing/2014/main" id="{99162CB4-BD39-481D-A880-5DD83E8D287F}"/>
              </a:ext>
            </a:extLst>
          </p:cNvPr>
          <p:cNvSpPr txBox="1"/>
          <p:nvPr/>
        </p:nvSpPr>
        <p:spPr>
          <a:xfrm>
            <a:off x="1804499" y="3692961"/>
            <a:ext cx="265352"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000000"/>
                </a:solidFill>
                <a:effectLst/>
                <a:uLnTx/>
                <a:uFillTx/>
                <a:latin typeface="Arial" charset="0"/>
                <a:ea typeface="+mn-ea"/>
                <a:cs typeface="+mn-cs"/>
              </a:rPr>
              <a:t>X</a:t>
            </a:r>
          </a:p>
        </p:txBody>
      </p:sp>
      <p:sp>
        <p:nvSpPr>
          <p:cNvPr id="77" name="CuadroTexto 76">
            <a:extLst>
              <a:ext uri="{FF2B5EF4-FFF2-40B4-BE49-F238E27FC236}">
                <a16:creationId xmlns:a16="http://schemas.microsoft.com/office/drawing/2014/main" id="{8BD3AB30-8EB9-4702-81DC-E899D0F08156}"/>
              </a:ext>
            </a:extLst>
          </p:cNvPr>
          <p:cNvSpPr txBox="1"/>
          <p:nvPr/>
        </p:nvSpPr>
        <p:spPr>
          <a:xfrm>
            <a:off x="5327040" y="2260602"/>
            <a:ext cx="235131"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000000"/>
                </a:solidFill>
                <a:effectLst/>
                <a:uLnTx/>
                <a:uFillTx/>
                <a:latin typeface="Arial" charset="0"/>
                <a:ea typeface="+mn-ea"/>
                <a:cs typeface="+mn-cs"/>
              </a:rPr>
              <a:t>X</a:t>
            </a:r>
          </a:p>
        </p:txBody>
      </p:sp>
      <p:sp>
        <p:nvSpPr>
          <p:cNvPr id="78" name="CuadroTexto 77">
            <a:extLst>
              <a:ext uri="{FF2B5EF4-FFF2-40B4-BE49-F238E27FC236}">
                <a16:creationId xmlns:a16="http://schemas.microsoft.com/office/drawing/2014/main" id="{6B187CEF-5584-463F-B541-1106B967366C}"/>
              </a:ext>
            </a:extLst>
          </p:cNvPr>
          <p:cNvSpPr txBox="1"/>
          <p:nvPr/>
        </p:nvSpPr>
        <p:spPr>
          <a:xfrm>
            <a:off x="5178526" y="3012199"/>
            <a:ext cx="235131"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000000"/>
                </a:solidFill>
                <a:effectLst/>
                <a:uLnTx/>
                <a:uFillTx/>
                <a:latin typeface="Arial" charset="0"/>
                <a:ea typeface="+mn-ea"/>
                <a:cs typeface="+mn-cs"/>
              </a:rPr>
              <a:t>X</a:t>
            </a:r>
          </a:p>
        </p:txBody>
      </p:sp>
      <p:sp>
        <p:nvSpPr>
          <p:cNvPr id="79" name="CuadroTexto 78">
            <a:extLst>
              <a:ext uri="{FF2B5EF4-FFF2-40B4-BE49-F238E27FC236}">
                <a16:creationId xmlns:a16="http://schemas.microsoft.com/office/drawing/2014/main" id="{25823477-9C93-4E54-9E63-4D48B1989622}"/>
              </a:ext>
            </a:extLst>
          </p:cNvPr>
          <p:cNvSpPr txBox="1"/>
          <p:nvPr/>
        </p:nvSpPr>
        <p:spPr>
          <a:xfrm>
            <a:off x="5630300" y="3427485"/>
            <a:ext cx="235131"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000000"/>
                </a:solidFill>
                <a:effectLst/>
                <a:uLnTx/>
                <a:uFillTx/>
                <a:latin typeface="Arial" charset="0"/>
                <a:ea typeface="+mn-ea"/>
                <a:cs typeface="+mn-cs"/>
              </a:rPr>
              <a:t>X</a:t>
            </a:r>
          </a:p>
        </p:txBody>
      </p:sp>
      <p:sp>
        <p:nvSpPr>
          <p:cNvPr id="80" name="CuadroTexto 79">
            <a:extLst>
              <a:ext uri="{FF2B5EF4-FFF2-40B4-BE49-F238E27FC236}">
                <a16:creationId xmlns:a16="http://schemas.microsoft.com/office/drawing/2014/main" id="{BDC19C49-AFAF-4050-BAE0-548C012DB9E9}"/>
              </a:ext>
            </a:extLst>
          </p:cNvPr>
          <p:cNvSpPr txBox="1"/>
          <p:nvPr/>
        </p:nvSpPr>
        <p:spPr>
          <a:xfrm>
            <a:off x="9833726" y="2738469"/>
            <a:ext cx="416262" cy="523220"/>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2800" b="0" i="0" u="none" strike="noStrike" kern="1200" cap="none" spc="0" normalizeH="0" baseline="0" noProof="0" dirty="0">
                <a:ln>
                  <a:noFill/>
                </a:ln>
                <a:solidFill>
                  <a:srgbClr val="000000"/>
                </a:solidFill>
                <a:effectLst/>
                <a:uLnTx/>
                <a:uFillTx/>
                <a:latin typeface="Arial" charset="0"/>
                <a:ea typeface="+mn-ea"/>
                <a:cs typeface="+mn-cs"/>
              </a:rPr>
              <a:t>X</a:t>
            </a:r>
          </a:p>
        </p:txBody>
      </p:sp>
      <p:sp>
        <p:nvSpPr>
          <p:cNvPr id="81" name="CuadroTexto 80">
            <a:extLst>
              <a:ext uri="{FF2B5EF4-FFF2-40B4-BE49-F238E27FC236}">
                <a16:creationId xmlns:a16="http://schemas.microsoft.com/office/drawing/2014/main" id="{46372E89-FD48-488F-BF0D-8766634BAC15}"/>
              </a:ext>
            </a:extLst>
          </p:cNvPr>
          <p:cNvSpPr txBox="1"/>
          <p:nvPr/>
        </p:nvSpPr>
        <p:spPr>
          <a:xfrm>
            <a:off x="401725" y="5442887"/>
            <a:ext cx="11111005" cy="923330"/>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000000"/>
                </a:solidFill>
                <a:effectLst/>
                <a:uLnTx/>
                <a:uFillTx/>
                <a:latin typeface="Arial" charset="0"/>
                <a:ea typeface="+mn-ea"/>
                <a:cs typeface="+mn-cs"/>
              </a:rPr>
              <a:t>x= </a:t>
            </a:r>
            <a:r>
              <a:rPr kumimoji="0" lang="es-419" sz="1800" b="0" i="0" u="none" strike="noStrike" kern="1200" cap="none" spc="0" normalizeH="0" baseline="0" noProof="0" dirty="0">
                <a:ln>
                  <a:noFill/>
                </a:ln>
                <a:solidFill>
                  <a:srgbClr val="000000"/>
                </a:solidFill>
                <a:effectLst/>
                <a:uLnTx/>
                <a:uFillTx/>
                <a:latin typeface="Arial" charset="0"/>
                <a:ea typeface="+mn-ea"/>
                <a:cs typeface="+mn-cs"/>
              </a:rPr>
              <a:t>porfa no agregues lo que están tapando las x, las líneas punteadas las puse para la referencia de hasta donde abarca el concepto, si crees que no se ven bien omítelas, ora’ si que tu eres el diseñador, tienes mas visión de que se ve mas chulo </a:t>
            </a:r>
            <a:r>
              <a:rPr kumimoji="0" lang="es-419" sz="1800" b="0" i="0" u="none" strike="noStrike" kern="1200" cap="none" spc="0" normalizeH="0" baseline="0" noProof="0" dirty="0" err="1">
                <a:ln>
                  <a:noFill/>
                </a:ln>
                <a:solidFill>
                  <a:srgbClr val="000000"/>
                </a:solidFill>
                <a:effectLst/>
                <a:uLnTx/>
                <a:uFillTx/>
                <a:latin typeface="Arial" charset="0"/>
                <a:ea typeface="+mn-ea"/>
                <a:cs typeface="+mn-cs"/>
              </a:rPr>
              <a:t>xd</a:t>
            </a:r>
            <a:r>
              <a:rPr kumimoji="0" lang="es-419" sz="1800" b="0" i="0" u="none" strike="noStrike" kern="1200" cap="none" spc="0" normalizeH="0" baseline="0" noProof="0" dirty="0">
                <a:ln>
                  <a:noFill/>
                </a:ln>
                <a:solidFill>
                  <a:srgbClr val="000000"/>
                </a:solidFill>
                <a:effectLst/>
                <a:uLnTx/>
                <a:uFillTx/>
                <a:latin typeface="Arial" charset="0"/>
                <a:ea typeface="+mn-ea"/>
                <a:cs typeface="+mn-cs"/>
              </a:rPr>
              <a:t> </a:t>
            </a:r>
            <a:endParaRPr kumimoji="0" lang="es-419" sz="1800" b="1" i="0" u="none" strike="noStrike" kern="1200" cap="none" spc="0" normalizeH="0" baseline="0" noProof="0" dirty="0">
              <a:ln>
                <a:noFill/>
              </a:ln>
              <a:solidFill>
                <a:srgbClr val="000000"/>
              </a:solidFill>
              <a:effectLst/>
              <a:uLnTx/>
              <a:uFillTx/>
              <a:latin typeface="Arial" charset="0"/>
              <a:ea typeface="+mn-ea"/>
              <a:cs typeface="+mn-cs"/>
            </a:endParaRPr>
          </a:p>
        </p:txBody>
      </p:sp>
      <p:sp>
        <p:nvSpPr>
          <p:cNvPr id="82" name="CuadroTexto 81">
            <a:extLst>
              <a:ext uri="{FF2B5EF4-FFF2-40B4-BE49-F238E27FC236}">
                <a16:creationId xmlns:a16="http://schemas.microsoft.com/office/drawing/2014/main" id="{6F1C1BB0-1E39-4913-A8B3-1AEDAD7850D6}"/>
              </a:ext>
            </a:extLst>
          </p:cNvPr>
          <p:cNvSpPr txBox="1"/>
          <p:nvPr/>
        </p:nvSpPr>
        <p:spPr>
          <a:xfrm>
            <a:off x="5833765" y="4267434"/>
            <a:ext cx="235131"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000000"/>
                </a:solidFill>
                <a:effectLst/>
                <a:uLnTx/>
                <a:uFillTx/>
                <a:latin typeface="Arial" charset="0"/>
                <a:ea typeface="+mn-ea"/>
                <a:cs typeface="+mn-cs"/>
              </a:rPr>
              <a:t>X</a:t>
            </a:r>
          </a:p>
        </p:txBody>
      </p:sp>
    </p:spTree>
    <p:extLst>
      <p:ext uri="{BB962C8B-B14F-4D97-AF65-F5344CB8AC3E}">
        <p14:creationId xmlns:p14="http://schemas.microsoft.com/office/powerpoint/2010/main" val="3021124386"/>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6D89D276-B9FA-434B-867E-B08444141188}"/>
              </a:ext>
            </a:extLst>
          </p:cNvPr>
          <p:cNvSpPr>
            <a:spLocks noGrp="1"/>
          </p:cNvSpPr>
          <p:nvPr>
            <p:ph type="sldNum"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68C46022-3960-47FB-9570-D23595AA7D3B}" type="slidenum">
              <a:rPr kumimoji="0" lang="es-ES" sz="1200" b="1" i="0" u="none" strike="noStrike" kern="1200" cap="none" spc="0" normalizeH="0" baseline="0" noProof="0" smtClean="0">
                <a:ln>
                  <a:noFill/>
                </a:ln>
                <a:solidFill>
                  <a:srgbClr val="808080"/>
                </a:solidFill>
                <a:effectLst/>
                <a:uLnTx/>
                <a:uFillTx/>
                <a:latin typeface="Arial" charset="0"/>
                <a:ea typeface="+mn-ea"/>
                <a:cs typeface="+mn-cs"/>
              </a:rPr>
              <a:pPr marL="0" marR="0" lvl="0" indent="0" algn="ctr" defTabSz="914400" rtl="0" eaLnBrk="1" fontAlgn="base" latinLnBrk="0" hangingPunct="1">
                <a:lnSpc>
                  <a:spcPct val="100000"/>
                </a:lnSpc>
                <a:spcBef>
                  <a:spcPct val="0"/>
                </a:spcBef>
                <a:spcAft>
                  <a:spcPct val="0"/>
                </a:spcAft>
                <a:buClrTx/>
                <a:buSzTx/>
                <a:buFontTx/>
                <a:buNone/>
                <a:tabLst/>
                <a:defRPr/>
              </a:pPr>
              <a:t>2</a:t>
            </a:fld>
            <a:endParaRPr kumimoji="0" lang="es-ES" sz="1200" b="1" i="0" u="none" strike="noStrike" kern="1200" cap="none" spc="0" normalizeH="0" baseline="0" noProof="0" dirty="0">
              <a:ln>
                <a:noFill/>
              </a:ln>
              <a:solidFill>
                <a:srgbClr val="808080"/>
              </a:solidFill>
              <a:effectLst/>
              <a:uLnTx/>
              <a:uFillTx/>
              <a:latin typeface="Arial" charset="0"/>
              <a:ea typeface="+mn-ea"/>
              <a:cs typeface="+mn-cs"/>
            </a:endParaRPr>
          </a:p>
        </p:txBody>
      </p:sp>
      <p:sp>
        <p:nvSpPr>
          <p:cNvPr id="5" name="Título 4">
            <a:extLst>
              <a:ext uri="{FF2B5EF4-FFF2-40B4-BE49-F238E27FC236}">
                <a16:creationId xmlns:a16="http://schemas.microsoft.com/office/drawing/2014/main" id="{97826BD1-DF34-483C-BBE7-8C015DDC6611}"/>
              </a:ext>
            </a:extLst>
          </p:cNvPr>
          <p:cNvSpPr>
            <a:spLocks noGrp="1"/>
          </p:cNvSpPr>
          <p:nvPr>
            <p:ph type="title"/>
          </p:nvPr>
        </p:nvSpPr>
        <p:spPr/>
        <p:txBody>
          <a:bodyPr/>
          <a:lstStyle/>
          <a:p>
            <a:endParaRPr lang="es-419"/>
          </a:p>
        </p:txBody>
      </p:sp>
      <p:sp>
        <p:nvSpPr>
          <p:cNvPr id="6" name="Rectángulo 5">
            <a:extLst>
              <a:ext uri="{FF2B5EF4-FFF2-40B4-BE49-F238E27FC236}">
                <a16:creationId xmlns:a16="http://schemas.microsoft.com/office/drawing/2014/main" id="{7D908D56-5290-4089-AE82-BF7684FE99AA}"/>
              </a:ext>
            </a:extLst>
          </p:cNvPr>
          <p:cNvSpPr/>
          <p:nvPr/>
        </p:nvSpPr>
        <p:spPr bwMode="auto">
          <a:xfrm>
            <a:off x="4528457" y="1524000"/>
            <a:ext cx="3135085" cy="3810000"/>
          </a:xfrm>
          <a:prstGeom prst="rect">
            <a:avLst/>
          </a:prstGeom>
          <a:blipFill dpi="0" rotWithShape="1">
            <a:blip r:embed="rId2">
              <a:extLst>
                <a:ext uri="{28A0092B-C50C-407E-A947-70E740481C1C}">
                  <a14:useLocalDpi xmlns:a14="http://schemas.microsoft.com/office/drawing/2010/main" val="0"/>
                </a:ext>
              </a:extLst>
            </a:blip>
            <a:srcRect/>
            <a:stretch>
              <a:fillRect/>
            </a:stretch>
          </a:blip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s-419" sz="1800" b="1" i="0" u="none" strike="noStrike" kern="1200" cap="none" spc="0" normalizeH="0" baseline="0" noProof="0" dirty="0">
              <a:ln>
                <a:noFill/>
              </a:ln>
              <a:solidFill>
                <a:srgbClr val="000000"/>
              </a:solidFill>
              <a:effectLst/>
              <a:uLnTx/>
              <a:uFillTx/>
              <a:latin typeface="Arial" charset="0"/>
              <a:ea typeface="+mn-ea"/>
              <a:cs typeface="+mn-cs"/>
            </a:endParaRPr>
          </a:p>
        </p:txBody>
      </p:sp>
      <p:sp>
        <p:nvSpPr>
          <p:cNvPr id="7" name="Rectángulo 6">
            <a:extLst>
              <a:ext uri="{FF2B5EF4-FFF2-40B4-BE49-F238E27FC236}">
                <a16:creationId xmlns:a16="http://schemas.microsoft.com/office/drawing/2014/main" id="{CF00EE84-EBEF-4CA2-AC93-08AD7AA84785}"/>
              </a:ext>
            </a:extLst>
          </p:cNvPr>
          <p:cNvSpPr/>
          <p:nvPr/>
        </p:nvSpPr>
        <p:spPr bwMode="auto">
          <a:xfrm>
            <a:off x="988984" y="1524000"/>
            <a:ext cx="3135085" cy="3209109"/>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s-419" sz="1800" b="1" i="0" u="none" strike="noStrike" kern="1200" cap="none" spc="0" normalizeH="0" baseline="0" noProof="0" dirty="0">
              <a:ln>
                <a:noFill/>
              </a:ln>
              <a:solidFill>
                <a:srgbClr val="000000"/>
              </a:solidFill>
              <a:effectLst/>
              <a:uLnTx/>
              <a:uFillTx/>
              <a:latin typeface="Arial" charset="0"/>
              <a:ea typeface="+mn-ea"/>
              <a:cs typeface="+mn-cs"/>
            </a:endParaRPr>
          </a:p>
        </p:txBody>
      </p:sp>
      <p:sp>
        <p:nvSpPr>
          <p:cNvPr id="8" name="Rectángulo 7">
            <a:extLst>
              <a:ext uri="{FF2B5EF4-FFF2-40B4-BE49-F238E27FC236}">
                <a16:creationId xmlns:a16="http://schemas.microsoft.com/office/drawing/2014/main" id="{172133F2-BF18-436A-86BA-D6C34EEC5633}"/>
              </a:ext>
            </a:extLst>
          </p:cNvPr>
          <p:cNvSpPr/>
          <p:nvPr/>
        </p:nvSpPr>
        <p:spPr bwMode="auto">
          <a:xfrm>
            <a:off x="8315564" y="1524000"/>
            <a:ext cx="2465647" cy="3209109"/>
          </a:xfrm>
          <a:prstGeom prst="rect">
            <a:avLst/>
          </a:prstGeom>
          <a:blipFill dpi="0" rotWithShape="1">
            <a:blip r:embed="rId4">
              <a:extLst>
                <a:ext uri="{28A0092B-C50C-407E-A947-70E740481C1C}">
                  <a14:useLocalDpi xmlns:a14="http://schemas.microsoft.com/office/drawing/2010/main" val="0"/>
                </a:ext>
              </a:extLst>
            </a:blip>
            <a:srcRect/>
            <a:stretch>
              <a:fillRect/>
            </a:stretch>
          </a:blip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s-419" sz="1800" b="1" i="0" u="none" strike="noStrike" kern="1200" cap="none" spc="0" normalizeH="0" baseline="0" noProof="0" dirty="0">
              <a:ln>
                <a:noFill/>
              </a:ln>
              <a:solidFill>
                <a:srgbClr val="000000"/>
              </a:solidFill>
              <a:effectLst/>
              <a:uLnTx/>
              <a:uFillTx/>
              <a:latin typeface="Arial" charset="0"/>
              <a:ea typeface="+mn-ea"/>
              <a:cs typeface="+mn-cs"/>
            </a:endParaRPr>
          </a:p>
        </p:txBody>
      </p:sp>
      <p:sp>
        <p:nvSpPr>
          <p:cNvPr id="9" name="CuadroTexto 8">
            <a:extLst>
              <a:ext uri="{FF2B5EF4-FFF2-40B4-BE49-F238E27FC236}">
                <a16:creationId xmlns:a16="http://schemas.microsoft.com/office/drawing/2014/main" id="{83AF7870-1D18-4810-88DA-B0125E034AE0}"/>
              </a:ext>
            </a:extLst>
          </p:cNvPr>
          <p:cNvSpPr txBox="1"/>
          <p:nvPr/>
        </p:nvSpPr>
        <p:spPr>
          <a:xfrm>
            <a:off x="2455817" y="1961903"/>
            <a:ext cx="1524000"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FFFFFF"/>
                </a:solidFill>
                <a:effectLst/>
                <a:uLnTx/>
                <a:uFillTx/>
                <a:latin typeface="Arial" charset="0"/>
                <a:ea typeface="+mn-ea"/>
                <a:cs typeface="+mn-cs"/>
              </a:rPr>
              <a:t>(E/</a:t>
            </a:r>
            <a:r>
              <a:rPr kumimoji="0" lang="es-419" sz="1800" b="1" i="0" u="none" strike="noStrike" kern="1200" cap="none" spc="0" normalizeH="0" baseline="0" noProof="0" dirty="0" err="1">
                <a:ln>
                  <a:noFill/>
                </a:ln>
                <a:solidFill>
                  <a:srgbClr val="FFFFFF"/>
                </a:solidFill>
                <a:effectLst/>
                <a:uLnTx/>
                <a:uFillTx/>
                <a:latin typeface="Arial" charset="0"/>
                <a:ea typeface="+mn-ea"/>
                <a:cs typeface="+mn-cs"/>
              </a:rPr>
              <a:t>W</a:t>
            </a:r>
            <a:r>
              <a:rPr kumimoji="0" lang="es-419" sz="1800" b="1" i="0" u="none" strike="noStrike" kern="1200" cap="none" spc="0" normalizeH="0" baseline="-25000" noProof="0" dirty="0" err="1">
                <a:ln>
                  <a:noFill/>
                </a:ln>
                <a:solidFill>
                  <a:srgbClr val="FFFFFF"/>
                </a:solidFill>
                <a:effectLst/>
                <a:uLnTx/>
                <a:uFillTx/>
                <a:latin typeface="Arial" charset="0"/>
                <a:ea typeface="+mn-ea"/>
                <a:cs typeface="+mn-cs"/>
              </a:rPr>
              <a:t>c</a:t>
            </a:r>
            <a:r>
              <a:rPr kumimoji="0" lang="es-419" sz="1800" b="1" i="0" u="none" strike="noStrike" kern="1200" cap="none" spc="0" normalizeH="0" baseline="0" noProof="0" dirty="0">
                <a:ln>
                  <a:noFill/>
                </a:ln>
                <a:solidFill>
                  <a:srgbClr val="FFFFFF"/>
                </a:solidFill>
                <a:effectLst/>
                <a:uLnTx/>
                <a:uFillTx/>
                <a:latin typeface="Arial" charset="0"/>
                <a:ea typeface="+mn-ea"/>
                <a:cs typeface="+mn-cs"/>
              </a:rPr>
              <a:t>, N/S</a:t>
            </a:r>
            <a:r>
              <a:rPr kumimoji="0" lang="es-419" sz="1800" b="1" i="0" u="none" strike="noStrike" kern="1200" cap="none" spc="0" normalizeH="0" baseline="-25000" noProof="0" dirty="0">
                <a:ln>
                  <a:noFill/>
                </a:ln>
                <a:solidFill>
                  <a:srgbClr val="FFFFFF"/>
                </a:solidFill>
                <a:effectLst/>
                <a:uLnTx/>
                <a:uFillTx/>
                <a:latin typeface="Arial" charset="0"/>
                <a:ea typeface="+mn-ea"/>
                <a:cs typeface="+mn-cs"/>
              </a:rPr>
              <a:t>c</a:t>
            </a:r>
            <a:r>
              <a:rPr kumimoji="0" lang="es-419" sz="1800" b="1" i="0" u="none" strike="noStrike" kern="1200" cap="none" spc="0" normalizeH="0" baseline="0" noProof="0" dirty="0">
                <a:ln>
                  <a:noFill/>
                </a:ln>
                <a:solidFill>
                  <a:srgbClr val="FFFFFF"/>
                </a:solidFill>
                <a:effectLst/>
                <a:uLnTx/>
                <a:uFillTx/>
                <a:latin typeface="Arial" charset="0"/>
                <a:ea typeface="+mn-ea"/>
                <a:cs typeface="+mn-cs"/>
              </a:rPr>
              <a:t>)</a:t>
            </a:r>
            <a:endParaRPr kumimoji="0" lang="es-419" sz="1800" b="1" i="0" u="none" strike="noStrike" kern="1200" cap="none" spc="0" normalizeH="0" baseline="-25000" noProof="0" dirty="0">
              <a:ln>
                <a:noFill/>
              </a:ln>
              <a:solidFill>
                <a:srgbClr val="FFFFFF"/>
              </a:solidFill>
              <a:effectLst/>
              <a:uLnTx/>
              <a:uFillTx/>
              <a:latin typeface="Arial" charset="0"/>
              <a:ea typeface="+mn-ea"/>
              <a:cs typeface="+mn-cs"/>
            </a:endParaRPr>
          </a:p>
        </p:txBody>
      </p:sp>
      <p:sp>
        <p:nvSpPr>
          <p:cNvPr id="10" name="CuadroTexto 9">
            <a:extLst>
              <a:ext uri="{FF2B5EF4-FFF2-40B4-BE49-F238E27FC236}">
                <a16:creationId xmlns:a16="http://schemas.microsoft.com/office/drawing/2014/main" id="{63AC95B3-4C8C-480E-B955-F28512C4ED20}"/>
              </a:ext>
            </a:extLst>
          </p:cNvPr>
          <p:cNvSpPr txBox="1"/>
          <p:nvPr/>
        </p:nvSpPr>
        <p:spPr>
          <a:xfrm>
            <a:off x="1794526" y="4290341"/>
            <a:ext cx="1524000"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FFFFFF"/>
                </a:solidFill>
                <a:effectLst/>
                <a:uLnTx/>
                <a:uFillTx/>
                <a:latin typeface="Arial" charset="0"/>
                <a:ea typeface="+mn-ea"/>
                <a:cs typeface="+mn-cs"/>
              </a:rPr>
              <a:t>(E/</a:t>
            </a:r>
            <a:r>
              <a:rPr kumimoji="0" lang="es-419" sz="1800" b="1" i="0" u="none" strike="noStrike" kern="1200" cap="none" spc="0" normalizeH="0" baseline="0" noProof="0" dirty="0" err="1">
                <a:ln>
                  <a:noFill/>
                </a:ln>
                <a:solidFill>
                  <a:srgbClr val="FFFFFF"/>
                </a:solidFill>
                <a:effectLst/>
                <a:uLnTx/>
                <a:uFillTx/>
                <a:latin typeface="Arial" charset="0"/>
                <a:ea typeface="+mn-ea"/>
                <a:cs typeface="+mn-cs"/>
              </a:rPr>
              <a:t>W</a:t>
            </a:r>
            <a:r>
              <a:rPr kumimoji="0" lang="es-419" sz="1800" b="1" i="0" u="none" strike="noStrike" kern="1200" cap="none" spc="0" normalizeH="0" baseline="-25000" noProof="0" dirty="0" err="1">
                <a:ln>
                  <a:noFill/>
                </a:ln>
                <a:solidFill>
                  <a:srgbClr val="FFFFFF"/>
                </a:solidFill>
                <a:effectLst/>
                <a:uLnTx/>
                <a:uFillTx/>
                <a:latin typeface="Arial" charset="0"/>
                <a:ea typeface="+mn-ea"/>
                <a:cs typeface="+mn-cs"/>
              </a:rPr>
              <a:t>o</a:t>
            </a:r>
            <a:r>
              <a:rPr kumimoji="0" lang="es-419" sz="1800" b="1" i="0" u="none" strike="noStrike" kern="1200" cap="none" spc="0" normalizeH="0" baseline="0" noProof="0" dirty="0">
                <a:ln>
                  <a:noFill/>
                </a:ln>
                <a:solidFill>
                  <a:srgbClr val="FFFFFF"/>
                </a:solidFill>
                <a:effectLst/>
                <a:uLnTx/>
                <a:uFillTx/>
                <a:latin typeface="Arial" charset="0"/>
                <a:ea typeface="+mn-ea"/>
                <a:cs typeface="+mn-cs"/>
              </a:rPr>
              <a:t>, N/S</a:t>
            </a:r>
            <a:r>
              <a:rPr kumimoji="0" lang="es-419" sz="1800" b="1" i="0" u="none" strike="noStrike" kern="1200" cap="none" spc="0" normalizeH="0" baseline="-25000" noProof="0" dirty="0">
                <a:ln>
                  <a:noFill/>
                </a:ln>
                <a:solidFill>
                  <a:srgbClr val="FFFFFF"/>
                </a:solidFill>
                <a:effectLst/>
                <a:uLnTx/>
                <a:uFillTx/>
                <a:latin typeface="Arial" charset="0"/>
                <a:ea typeface="+mn-ea"/>
                <a:cs typeface="+mn-cs"/>
              </a:rPr>
              <a:t>o</a:t>
            </a:r>
            <a:r>
              <a:rPr kumimoji="0" lang="es-419" sz="1800" b="1" i="0" u="none" strike="noStrike" kern="1200" cap="none" spc="0" normalizeH="0" baseline="0" noProof="0" dirty="0">
                <a:ln>
                  <a:noFill/>
                </a:ln>
                <a:solidFill>
                  <a:srgbClr val="FFFFFF"/>
                </a:solidFill>
                <a:effectLst/>
                <a:uLnTx/>
                <a:uFillTx/>
                <a:latin typeface="Arial" charset="0"/>
                <a:ea typeface="+mn-ea"/>
                <a:cs typeface="+mn-cs"/>
              </a:rPr>
              <a:t>)</a:t>
            </a:r>
            <a:endParaRPr kumimoji="0" lang="es-419" sz="1800" b="1" i="0" u="none" strike="noStrike" kern="1200" cap="none" spc="0" normalizeH="0" baseline="-25000" noProof="0" dirty="0">
              <a:ln>
                <a:noFill/>
              </a:ln>
              <a:solidFill>
                <a:srgbClr val="FFFFFF"/>
              </a:solidFill>
              <a:effectLst/>
              <a:uLnTx/>
              <a:uFillTx/>
              <a:latin typeface="Arial" charset="0"/>
              <a:ea typeface="+mn-ea"/>
              <a:cs typeface="+mn-cs"/>
            </a:endParaRPr>
          </a:p>
        </p:txBody>
      </p:sp>
      <p:sp>
        <p:nvSpPr>
          <p:cNvPr id="11" name="CuadroTexto 10">
            <a:extLst>
              <a:ext uri="{FF2B5EF4-FFF2-40B4-BE49-F238E27FC236}">
                <a16:creationId xmlns:a16="http://schemas.microsoft.com/office/drawing/2014/main" id="{951A9F08-57D0-4C73-9102-45443B043EB3}"/>
              </a:ext>
            </a:extLst>
          </p:cNvPr>
          <p:cNvSpPr txBox="1"/>
          <p:nvPr/>
        </p:nvSpPr>
        <p:spPr>
          <a:xfrm>
            <a:off x="2305876" y="1524000"/>
            <a:ext cx="524410" cy="58477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3200" b="1" i="0" u="none" strike="noStrike" kern="1200" cap="none" spc="0" normalizeH="0" baseline="0" noProof="0" dirty="0">
                <a:ln>
                  <a:noFill/>
                </a:ln>
                <a:solidFill>
                  <a:srgbClr val="FFFFFF"/>
                </a:solidFill>
                <a:effectLst/>
                <a:uLnTx/>
                <a:uFillTx/>
                <a:latin typeface="Arial" charset="0"/>
                <a:ea typeface="+mn-ea"/>
                <a:cs typeface="+mn-cs"/>
              </a:rPr>
              <a:t>x</a:t>
            </a:r>
          </a:p>
        </p:txBody>
      </p:sp>
      <p:sp>
        <p:nvSpPr>
          <p:cNvPr id="12" name="CuadroTexto 11">
            <a:extLst>
              <a:ext uri="{FF2B5EF4-FFF2-40B4-BE49-F238E27FC236}">
                <a16:creationId xmlns:a16="http://schemas.microsoft.com/office/drawing/2014/main" id="{DF0E8FB2-CC2E-45E4-8FFD-853778DED130}"/>
              </a:ext>
            </a:extLst>
          </p:cNvPr>
          <p:cNvSpPr txBox="1"/>
          <p:nvPr/>
        </p:nvSpPr>
        <p:spPr>
          <a:xfrm>
            <a:off x="3457303" y="4182619"/>
            <a:ext cx="524410" cy="58477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3200" b="1" i="0" u="none" strike="noStrike" kern="1200" cap="none" spc="0" normalizeH="0" baseline="0" noProof="0" dirty="0">
                <a:ln>
                  <a:noFill/>
                </a:ln>
                <a:solidFill>
                  <a:srgbClr val="FFFFFF"/>
                </a:solidFill>
                <a:effectLst/>
                <a:uLnTx/>
                <a:uFillTx/>
                <a:latin typeface="Arial" charset="0"/>
                <a:ea typeface="+mn-ea"/>
                <a:cs typeface="+mn-cs"/>
              </a:rPr>
              <a:t>x</a:t>
            </a:r>
          </a:p>
        </p:txBody>
      </p:sp>
      <p:sp>
        <p:nvSpPr>
          <p:cNvPr id="13" name="CuadroTexto 12">
            <a:extLst>
              <a:ext uri="{FF2B5EF4-FFF2-40B4-BE49-F238E27FC236}">
                <a16:creationId xmlns:a16="http://schemas.microsoft.com/office/drawing/2014/main" id="{D02F3629-CDA5-4683-990A-40BFDFAAE0FA}"/>
              </a:ext>
            </a:extLst>
          </p:cNvPr>
          <p:cNvSpPr txBox="1"/>
          <p:nvPr/>
        </p:nvSpPr>
        <p:spPr>
          <a:xfrm>
            <a:off x="5896760" y="1739443"/>
            <a:ext cx="1524000"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FFFFFF"/>
                </a:solidFill>
                <a:effectLst/>
                <a:uLnTx/>
                <a:uFillTx/>
                <a:latin typeface="Arial" charset="0"/>
                <a:ea typeface="+mn-ea"/>
                <a:cs typeface="+mn-cs"/>
              </a:rPr>
              <a:t>(E/</a:t>
            </a:r>
            <a:r>
              <a:rPr kumimoji="0" lang="es-419" sz="1800" b="1" i="0" u="none" strike="noStrike" kern="1200" cap="none" spc="0" normalizeH="0" baseline="0" noProof="0" dirty="0" err="1">
                <a:ln>
                  <a:noFill/>
                </a:ln>
                <a:solidFill>
                  <a:srgbClr val="FFFFFF"/>
                </a:solidFill>
                <a:effectLst/>
                <a:uLnTx/>
                <a:uFillTx/>
                <a:latin typeface="Arial" charset="0"/>
                <a:ea typeface="+mn-ea"/>
                <a:cs typeface="+mn-cs"/>
              </a:rPr>
              <a:t>W</a:t>
            </a:r>
            <a:r>
              <a:rPr kumimoji="0" lang="es-419" sz="1800" b="1" i="0" u="none" strike="noStrike" kern="1200" cap="none" spc="0" normalizeH="0" baseline="-25000" noProof="0" dirty="0" err="1">
                <a:ln>
                  <a:noFill/>
                </a:ln>
                <a:solidFill>
                  <a:srgbClr val="FFFFFF"/>
                </a:solidFill>
                <a:effectLst/>
                <a:uLnTx/>
                <a:uFillTx/>
                <a:latin typeface="Arial" charset="0"/>
                <a:ea typeface="+mn-ea"/>
                <a:cs typeface="+mn-cs"/>
              </a:rPr>
              <a:t>c</a:t>
            </a:r>
            <a:r>
              <a:rPr kumimoji="0" lang="es-419" sz="1800" b="1" i="0" u="none" strike="noStrike" kern="1200" cap="none" spc="0" normalizeH="0" baseline="0" noProof="0" dirty="0">
                <a:ln>
                  <a:noFill/>
                </a:ln>
                <a:solidFill>
                  <a:srgbClr val="FFFFFF"/>
                </a:solidFill>
                <a:effectLst/>
                <a:uLnTx/>
                <a:uFillTx/>
                <a:latin typeface="Arial" charset="0"/>
                <a:ea typeface="+mn-ea"/>
                <a:cs typeface="+mn-cs"/>
              </a:rPr>
              <a:t>, N/S</a:t>
            </a:r>
            <a:r>
              <a:rPr kumimoji="0" lang="es-419" sz="1800" b="1" i="0" u="none" strike="noStrike" kern="1200" cap="none" spc="0" normalizeH="0" baseline="-25000" noProof="0" dirty="0">
                <a:ln>
                  <a:noFill/>
                </a:ln>
                <a:solidFill>
                  <a:srgbClr val="FFFFFF"/>
                </a:solidFill>
                <a:effectLst/>
                <a:uLnTx/>
                <a:uFillTx/>
                <a:latin typeface="Arial" charset="0"/>
                <a:ea typeface="+mn-ea"/>
                <a:cs typeface="+mn-cs"/>
              </a:rPr>
              <a:t>c</a:t>
            </a:r>
            <a:r>
              <a:rPr kumimoji="0" lang="es-419" sz="1800" b="1" i="0" u="none" strike="noStrike" kern="1200" cap="none" spc="0" normalizeH="0" baseline="0" noProof="0" dirty="0">
                <a:ln>
                  <a:noFill/>
                </a:ln>
                <a:solidFill>
                  <a:srgbClr val="FFFFFF"/>
                </a:solidFill>
                <a:effectLst/>
                <a:uLnTx/>
                <a:uFillTx/>
                <a:latin typeface="Arial" charset="0"/>
                <a:ea typeface="+mn-ea"/>
                <a:cs typeface="+mn-cs"/>
              </a:rPr>
              <a:t>)</a:t>
            </a:r>
            <a:endParaRPr kumimoji="0" lang="es-419" sz="1800" b="1" i="0" u="none" strike="noStrike" kern="1200" cap="none" spc="0" normalizeH="0" baseline="-25000" noProof="0" dirty="0">
              <a:ln>
                <a:noFill/>
              </a:ln>
              <a:solidFill>
                <a:srgbClr val="FFFFFF"/>
              </a:solidFill>
              <a:effectLst/>
              <a:uLnTx/>
              <a:uFillTx/>
              <a:latin typeface="Arial" charset="0"/>
              <a:ea typeface="+mn-ea"/>
              <a:cs typeface="+mn-cs"/>
            </a:endParaRPr>
          </a:p>
        </p:txBody>
      </p:sp>
      <p:sp>
        <p:nvSpPr>
          <p:cNvPr id="14" name="CuadroTexto 13">
            <a:extLst>
              <a:ext uri="{FF2B5EF4-FFF2-40B4-BE49-F238E27FC236}">
                <a16:creationId xmlns:a16="http://schemas.microsoft.com/office/drawing/2014/main" id="{3EA5C3E5-26FD-425C-B09B-E3AFD70FE1B0}"/>
              </a:ext>
            </a:extLst>
          </p:cNvPr>
          <p:cNvSpPr txBox="1"/>
          <p:nvPr/>
        </p:nvSpPr>
        <p:spPr>
          <a:xfrm>
            <a:off x="6277264" y="4964668"/>
            <a:ext cx="1524000"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FFFFFF"/>
                </a:solidFill>
                <a:effectLst/>
                <a:uLnTx/>
                <a:uFillTx/>
                <a:latin typeface="Arial" charset="0"/>
                <a:ea typeface="+mn-ea"/>
                <a:cs typeface="+mn-cs"/>
              </a:rPr>
              <a:t>(E/</a:t>
            </a:r>
            <a:r>
              <a:rPr kumimoji="0" lang="es-419" sz="1800" b="1" i="0" u="none" strike="noStrike" kern="1200" cap="none" spc="0" normalizeH="0" baseline="0" noProof="0" dirty="0" err="1">
                <a:ln>
                  <a:noFill/>
                </a:ln>
                <a:solidFill>
                  <a:srgbClr val="FFFFFF"/>
                </a:solidFill>
                <a:effectLst/>
                <a:uLnTx/>
                <a:uFillTx/>
                <a:latin typeface="Arial" charset="0"/>
                <a:ea typeface="+mn-ea"/>
                <a:cs typeface="+mn-cs"/>
              </a:rPr>
              <a:t>W</a:t>
            </a:r>
            <a:r>
              <a:rPr kumimoji="0" lang="es-419" sz="1800" b="1" i="0" u="none" strike="noStrike" kern="1200" cap="none" spc="0" normalizeH="0" baseline="-25000" noProof="0" dirty="0" err="1">
                <a:ln>
                  <a:noFill/>
                </a:ln>
                <a:solidFill>
                  <a:srgbClr val="FFFFFF"/>
                </a:solidFill>
                <a:effectLst/>
                <a:uLnTx/>
                <a:uFillTx/>
                <a:latin typeface="Arial" charset="0"/>
                <a:ea typeface="+mn-ea"/>
                <a:cs typeface="+mn-cs"/>
              </a:rPr>
              <a:t>o</a:t>
            </a:r>
            <a:r>
              <a:rPr kumimoji="0" lang="es-419" sz="1800" b="1" i="0" u="none" strike="noStrike" kern="1200" cap="none" spc="0" normalizeH="0" baseline="0" noProof="0" dirty="0">
                <a:ln>
                  <a:noFill/>
                </a:ln>
                <a:solidFill>
                  <a:srgbClr val="FFFFFF"/>
                </a:solidFill>
                <a:effectLst/>
                <a:uLnTx/>
                <a:uFillTx/>
                <a:latin typeface="Arial" charset="0"/>
                <a:ea typeface="+mn-ea"/>
                <a:cs typeface="+mn-cs"/>
              </a:rPr>
              <a:t>, N/S</a:t>
            </a:r>
            <a:r>
              <a:rPr kumimoji="0" lang="es-419" sz="1800" b="1" i="0" u="none" strike="noStrike" kern="1200" cap="none" spc="0" normalizeH="0" baseline="-25000" noProof="0" dirty="0">
                <a:ln>
                  <a:noFill/>
                </a:ln>
                <a:solidFill>
                  <a:srgbClr val="FFFFFF"/>
                </a:solidFill>
                <a:effectLst/>
                <a:uLnTx/>
                <a:uFillTx/>
                <a:latin typeface="Arial" charset="0"/>
                <a:ea typeface="+mn-ea"/>
                <a:cs typeface="+mn-cs"/>
              </a:rPr>
              <a:t>o</a:t>
            </a:r>
            <a:r>
              <a:rPr kumimoji="0" lang="es-419" sz="1800" b="1" i="0" u="none" strike="noStrike" kern="1200" cap="none" spc="0" normalizeH="0" baseline="0" noProof="0" dirty="0">
                <a:ln>
                  <a:noFill/>
                </a:ln>
                <a:solidFill>
                  <a:srgbClr val="FFFFFF"/>
                </a:solidFill>
                <a:effectLst/>
                <a:uLnTx/>
                <a:uFillTx/>
                <a:latin typeface="Arial" charset="0"/>
                <a:ea typeface="+mn-ea"/>
                <a:cs typeface="+mn-cs"/>
              </a:rPr>
              <a:t>)</a:t>
            </a:r>
            <a:endParaRPr kumimoji="0" lang="es-419" sz="1800" b="1" i="0" u="none" strike="noStrike" kern="1200" cap="none" spc="0" normalizeH="0" baseline="-25000" noProof="0" dirty="0">
              <a:ln>
                <a:noFill/>
              </a:ln>
              <a:solidFill>
                <a:srgbClr val="FFFFFF"/>
              </a:solidFill>
              <a:effectLst/>
              <a:uLnTx/>
              <a:uFillTx/>
              <a:latin typeface="Arial" charset="0"/>
              <a:ea typeface="+mn-ea"/>
              <a:cs typeface="+mn-cs"/>
            </a:endParaRPr>
          </a:p>
        </p:txBody>
      </p:sp>
      <p:sp>
        <p:nvSpPr>
          <p:cNvPr id="15" name="CuadroTexto 14">
            <a:extLst>
              <a:ext uri="{FF2B5EF4-FFF2-40B4-BE49-F238E27FC236}">
                <a16:creationId xmlns:a16="http://schemas.microsoft.com/office/drawing/2014/main" id="{17F52814-E3B0-4A41-94C5-BA013E13DC13}"/>
              </a:ext>
            </a:extLst>
          </p:cNvPr>
          <p:cNvSpPr txBox="1"/>
          <p:nvPr/>
        </p:nvSpPr>
        <p:spPr>
          <a:xfrm>
            <a:off x="5482328" y="1631722"/>
            <a:ext cx="524410" cy="58477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3200" b="1" i="0" u="none" strike="noStrike" kern="1200" cap="none" spc="0" normalizeH="0" baseline="0" noProof="0" dirty="0">
                <a:ln>
                  <a:noFill/>
                </a:ln>
                <a:solidFill>
                  <a:srgbClr val="FFFFFF"/>
                </a:solidFill>
                <a:effectLst/>
                <a:uLnTx/>
                <a:uFillTx/>
                <a:latin typeface="Arial" charset="0"/>
                <a:ea typeface="+mn-ea"/>
                <a:cs typeface="+mn-cs"/>
              </a:rPr>
              <a:t>x</a:t>
            </a:r>
          </a:p>
        </p:txBody>
      </p:sp>
      <p:sp>
        <p:nvSpPr>
          <p:cNvPr id="16" name="CuadroTexto 15">
            <a:extLst>
              <a:ext uri="{FF2B5EF4-FFF2-40B4-BE49-F238E27FC236}">
                <a16:creationId xmlns:a16="http://schemas.microsoft.com/office/drawing/2014/main" id="{75D1D938-F44C-451B-90DB-F33D2ED1799F}"/>
              </a:ext>
            </a:extLst>
          </p:cNvPr>
          <p:cNvSpPr txBox="1"/>
          <p:nvPr/>
        </p:nvSpPr>
        <p:spPr>
          <a:xfrm>
            <a:off x="7208134" y="4498147"/>
            <a:ext cx="524410" cy="58477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3200" b="1" i="0" u="none" strike="noStrike" kern="1200" cap="none" spc="0" normalizeH="0" baseline="0" noProof="0" dirty="0">
                <a:ln>
                  <a:noFill/>
                </a:ln>
                <a:solidFill>
                  <a:srgbClr val="FFFFFF"/>
                </a:solidFill>
                <a:effectLst/>
                <a:uLnTx/>
                <a:uFillTx/>
                <a:latin typeface="Arial" charset="0"/>
                <a:ea typeface="+mn-ea"/>
                <a:cs typeface="+mn-cs"/>
              </a:rPr>
              <a:t>x</a:t>
            </a:r>
          </a:p>
        </p:txBody>
      </p:sp>
      <p:sp>
        <p:nvSpPr>
          <p:cNvPr id="17" name="CuadroTexto 16">
            <a:extLst>
              <a:ext uri="{FF2B5EF4-FFF2-40B4-BE49-F238E27FC236}">
                <a16:creationId xmlns:a16="http://schemas.microsoft.com/office/drawing/2014/main" id="{9FC076D7-D3A1-45FE-83C2-95831EED4134}"/>
              </a:ext>
            </a:extLst>
          </p:cNvPr>
          <p:cNvSpPr txBox="1"/>
          <p:nvPr/>
        </p:nvSpPr>
        <p:spPr>
          <a:xfrm>
            <a:off x="9327267" y="2102541"/>
            <a:ext cx="1524000"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FFFFFF"/>
                </a:solidFill>
                <a:effectLst/>
                <a:uLnTx/>
                <a:uFillTx/>
                <a:latin typeface="Arial" charset="0"/>
                <a:ea typeface="+mn-ea"/>
                <a:cs typeface="+mn-cs"/>
              </a:rPr>
              <a:t>(E/</a:t>
            </a:r>
            <a:r>
              <a:rPr kumimoji="0" lang="es-419" sz="1800" b="1" i="0" u="none" strike="noStrike" kern="1200" cap="none" spc="0" normalizeH="0" baseline="0" noProof="0" dirty="0" err="1">
                <a:ln>
                  <a:noFill/>
                </a:ln>
                <a:solidFill>
                  <a:srgbClr val="FFFFFF"/>
                </a:solidFill>
                <a:effectLst/>
                <a:uLnTx/>
                <a:uFillTx/>
                <a:latin typeface="Arial" charset="0"/>
                <a:ea typeface="+mn-ea"/>
                <a:cs typeface="+mn-cs"/>
              </a:rPr>
              <a:t>W</a:t>
            </a:r>
            <a:r>
              <a:rPr kumimoji="0" lang="es-419" sz="1800" b="1" i="0" u="none" strike="noStrike" kern="1200" cap="none" spc="0" normalizeH="0" baseline="-25000" noProof="0" dirty="0" err="1">
                <a:ln>
                  <a:noFill/>
                </a:ln>
                <a:solidFill>
                  <a:srgbClr val="FFFFFF"/>
                </a:solidFill>
                <a:effectLst/>
                <a:uLnTx/>
                <a:uFillTx/>
                <a:latin typeface="Arial" charset="0"/>
                <a:ea typeface="+mn-ea"/>
                <a:cs typeface="+mn-cs"/>
              </a:rPr>
              <a:t>c</a:t>
            </a:r>
            <a:r>
              <a:rPr kumimoji="0" lang="es-419" sz="1800" b="1" i="0" u="none" strike="noStrike" kern="1200" cap="none" spc="0" normalizeH="0" baseline="0" noProof="0" dirty="0">
                <a:ln>
                  <a:noFill/>
                </a:ln>
                <a:solidFill>
                  <a:srgbClr val="FFFFFF"/>
                </a:solidFill>
                <a:effectLst/>
                <a:uLnTx/>
                <a:uFillTx/>
                <a:latin typeface="Arial" charset="0"/>
                <a:ea typeface="+mn-ea"/>
                <a:cs typeface="+mn-cs"/>
              </a:rPr>
              <a:t>, N/S</a:t>
            </a:r>
            <a:r>
              <a:rPr kumimoji="0" lang="es-419" sz="1800" b="1" i="0" u="none" strike="noStrike" kern="1200" cap="none" spc="0" normalizeH="0" baseline="-25000" noProof="0" dirty="0">
                <a:ln>
                  <a:noFill/>
                </a:ln>
                <a:solidFill>
                  <a:srgbClr val="FFFFFF"/>
                </a:solidFill>
                <a:effectLst/>
                <a:uLnTx/>
                <a:uFillTx/>
                <a:latin typeface="Arial" charset="0"/>
                <a:ea typeface="+mn-ea"/>
                <a:cs typeface="+mn-cs"/>
              </a:rPr>
              <a:t>c</a:t>
            </a:r>
            <a:r>
              <a:rPr kumimoji="0" lang="es-419" sz="1800" b="1" i="0" u="none" strike="noStrike" kern="1200" cap="none" spc="0" normalizeH="0" baseline="0" noProof="0" dirty="0">
                <a:ln>
                  <a:noFill/>
                </a:ln>
                <a:solidFill>
                  <a:srgbClr val="FFFFFF"/>
                </a:solidFill>
                <a:effectLst/>
                <a:uLnTx/>
                <a:uFillTx/>
                <a:latin typeface="Arial" charset="0"/>
                <a:ea typeface="+mn-ea"/>
                <a:cs typeface="+mn-cs"/>
              </a:rPr>
              <a:t>)</a:t>
            </a:r>
            <a:endParaRPr kumimoji="0" lang="es-419" sz="1800" b="1" i="0" u="none" strike="noStrike" kern="1200" cap="none" spc="0" normalizeH="0" baseline="-25000" noProof="0" dirty="0">
              <a:ln>
                <a:noFill/>
              </a:ln>
              <a:solidFill>
                <a:srgbClr val="FFFFFF"/>
              </a:solidFill>
              <a:effectLst/>
              <a:uLnTx/>
              <a:uFillTx/>
              <a:latin typeface="Arial" charset="0"/>
              <a:ea typeface="+mn-ea"/>
              <a:cs typeface="+mn-cs"/>
            </a:endParaRPr>
          </a:p>
        </p:txBody>
      </p:sp>
      <p:sp>
        <p:nvSpPr>
          <p:cNvPr id="18" name="CuadroTexto 17">
            <a:extLst>
              <a:ext uri="{FF2B5EF4-FFF2-40B4-BE49-F238E27FC236}">
                <a16:creationId xmlns:a16="http://schemas.microsoft.com/office/drawing/2014/main" id="{B86ECFC7-0675-425B-8F1F-222A9F4FEF1E}"/>
              </a:ext>
            </a:extLst>
          </p:cNvPr>
          <p:cNvSpPr txBox="1"/>
          <p:nvPr/>
        </p:nvSpPr>
        <p:spPr>
          <a:xfrm>
            <a:off x="9736183" y="1523999"/>
            <a:ext cx="524410" cy="58477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3200" b="1" i="0" u="none" strike="noStrike" kern="1200" cap="none" spc="0" normalizeH="0" baseline="0" noProof="0" dirty="0">
                <a:ln>
                  <a:noFill/>
                </a:ln>
                <a:solidFill>
                  <a:srgbClr val="FFFFFF"/>
                </a:solidFill>
                <a:effectLst/>
                <a:uLnTx/>
                <a:uFillTx/>
                <a:latin typeface="Arial" charset="0"/>
                <a:ea typeface="+mn-ea"/>
                <a:cs typeface="+mn-cs"/>
              </a:rPr>
              <a:t>x</a:t>
            </a:r>
          </a:p>
        </p:txBody>
      </p:sp>
      <p:sp>
        <p:nvSpPr>
          <p:cNvPr id="19" name="CuadroTexto 18">
            <a:extLst>
              <a:ext uri="{FF2B5EF4-FFF2-40B4-BE49-F238E27FC236}">
                <a16:creationId xmlns:a16="http://schemas.microsoft.com/office/drawing/2014/main" id="{6BAA13C7-7CB5-41C3-AC68-D264E9AE2955}"/>
              </a:ext>
            </a:extLst>
          </p:cNvPr>
          <p:cNvSpPr txBox="1"/>
          <p:nvPr/>
        </p:nvSpPr>
        <p:spPr>
          <a:xfrm>
            <a:off x="8371290" y="3997953"/>
            <a:ext cx="1524000"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FFFFFF"/>
                </a:solidFill>
                <a:effectLst/>
                <a:uLnTx/>
                <a:uFillTx/>
                <a:latin typeface="Arial" charset="0"/>
                <a:ea typeface="+mn-ea"/>
                <a:cs typeface="+mn-cs"/>
              </a:rPr>
              <a:t>(E/</a:t>
            </a:r>
            <a:r>
              <a:rPr kumimoji="0" lang="es-419" sz="1800" b="1" i="0" u="none" strike="noStrike" kern="1200" cap="none" spc="0" normalizeH="0" baseline="0" noProof="0" dirty="0" err="1">
                <a:ln>
                  <a:noFill/>
                </a:ln>
                <a:solidFill>
                  <a:srgbClr val="FFFFFF"/>
                </a:solidFill>
                <a:effectLst/>
                <a:uLnTx/>
                <a:uFillTx/>
                <a:latin typeface="Arial" charset="0"/>
                <a:ea typeface="+mn-ea"/>
                <a:cs typeface="+mn-cs"/>
              </a:rPr>
              <a:t>W</a:t>
            </a:r>
            <a:r>
              <a:rPr kumimoji="0" lang="es-419" sz="1800" b="1" i="0" u="none" strike="noStrike" kern="1200" cap="none" spc="0" normalizeH="0" baseline="-25000" noProof="0" dirty="0" err="1">
                <a:ln>
                  <a:noFill/>
                </a:ln>
                <a:solidFill>
                  <a:srgbClr val="FFFFFF"/>
                </a:solidFill>
                <a:effectLst/>
                <a:uLnTx/>
                <a:uFillTx/>
                <a:latin typeface="Arial" charset="0"/>
                <a:ea typeface="+mn-ea"/>
                <a:cs typeface="+mn-cs"/>
              </a:rPr>
              <a:t>o</a:t>
            </a:r>
            <a:r>
              <a:rPr kumimoji="0" lang="es-419" sz="1800" b="1" i="0" u="none" strike="noStrike" kern="1200" cap="none" spc="0" normalizeH="0" baseline="0" noProof="0" dirty="0">
                <a:ln>
                  <a:noFill/>
                </a:ln>
                <a:solidFill>
                  <a:srgbClr val="FFFFFF"/>
                </a:solidFill>
                <a:effectLst/>
                <a:uLnTx/>
                <a:uFillTx/>
                <a:latin typeface="Arial" charset="0"/>
                <a:ea typeface="+mn-ea"/>
                <a:cs typeface="+mn-cs"/>
              </a:rPr>
              <a:t>, N/S</a:t>
            </a:r>
            <a:r>
              <a:rPr kumimoji="0" lang="es-419" sz="1800" b="1" i="0" u="none" strike="noStrike" kern="1200" cap="none" spc="0" normalizeH="0" baseline="-25000" noProof="0" dirty="0">
                <a:ln>
                  <a:noFill/>
                </a:ln>
                <a:solidFill>
                  <a:srgbClr val="FFFFFF"/>
                </a:solidFill>
                <a:effectLst/>
                <a:uLnTx/>
                <a:uFillTx/>
                <a:latin typeface="Arial" charset="0"/>
                <a:ea typeface="+mn-ea"/>
                <a:cs typeface="+mn-cs"/>
              </a:rPr>
              <a:t>o</a:t>
            </a:r>
            <a:r>
              <a:rPr kumimoji="0" lang="es-419" sz="1800" b="1" i="0" u="none" strike="noStrike" kern="1200" cap="none" spc="0" normalizeH="0" baseline="0" noProof="0" dirty="0">
                <a:ln>
                  <a:noFill/>
                </a:ln>
                <a:solidFill>
                  <a:srgbClr val="FFFFFF"/>
                </a:solidFill>
                <a:effectLst/>
                <a:uLnTx/>
                <a:uFillTx/>
                <a:latin typeface="Arial" charset="0"/>
                <a:ea typeface="+mn-ea"/>
                <a:cs typeface="+mn-cs"/>
              </a:rPr>
              <a:t>)</a:t>
            </a:r>
            <a:endParaRPr kumimoji="0" lang="es-419" sz="1800" b="1" i="0" u="none" strike="noStrike" kern="1200" cap="none" spc="0" normalizeH="0" baseline="-25000" noProof="0" dirty="0">
              <a:ln>
                <a:noFill/>
              </a:ln>
              <a:solidFill>
                <a:srgbClr val="FFFFFF"/>
              </a:solidFill>
              <a:effectLst/>
              <a:uLnTx/>
              <a:uFillTx/>
              <a:latin typeface="Arial" charset="0"/>
              <a:ea typeface="+mn-ea"/>
              <a:cs typeface="+mn-cs"/>
            </a:endParaRPr>
          </a:p>
        </p:txBody>
      </p:sp>
      <p:sp>
        <p:nvSpPr>
          <p:cNvPr id="20" name="CuadroTexto 19">
            <a:extLst>
              <a:ext uri="{FF2B5EF4-FFF2-40B4-BE49-F238E27FC236}">
                <a16:creationId xmlns:a16="http://schemas.microsoft.com/office/drawing/2014/main" id="{6C2BFCAA-6B06-43EA-9C92-7555129B6476}"/>
              </a:ext>
            </a:extLst>
          </p:cNvPr>
          <p:cNvSpPr txBox="1"/>
          <p:nvPr/>
        </p:nvSpPr>
        <p:spPr>
          <a:xfrm>
            <a:off x="9785312" y="3639154"/>
            <a:ext cx="524410" cy="58477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3200" b="1" i="0" u="none" strike="noStrike" kern="1200" cap="none" spc="0" normalizeH="0" baseline="0" noProof="0" dirty="0">
                <a:ln>
                  <a:noFill/>
                </a:ln>
                <a:solidFill>
                  <a:srgbClr val="FFFFFF"/>
                </a:solidFill>
                <a:effectLst/>
                <a:uLnTx/>
                <a:uFillTx/>
                <a:latin typeface="Arial" charset="0"/>
                <a:ea typeface="+mn-ea"/>
                <a:cs typeface="+mn-cs"/>
              </a:rPr>
              <a:t>x</a:t>
            </a:r>
          </a:p>
        </p:txBody>
      </p:sp>
      <p:sp>
        <p:nvSpPr>
          <p:cNvPr id="21" name="CuadroTexto 20">
            <a:extLst>
              <a:ext uri="{FF2B5EF4-FFF2-40B4-BE49-F238E27FC236}">
                <a16:creationId xmlns:a16="http://schemas.microsoft.com/office/drawing/2014/main" id="{B84E57F2-61A8-45C4-BB93-6753E650A888}"/>
              </a:ext>
            </a:extLst>
          </p:cNvPr>
          <p:cNvSpPr txBox="1"/>
          <p:nvPr/>
        </p:nvSpPr>
        <p:spPr>
          <a:xfrm>
            <a:off x="103753" y="5474135"/>
            <a:ext cx="10677458" cy="120032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000000"/>
                </a:solidFill>
                <a:effectLst/>
                <a:uLnTx/>
                <a:uFillTx/>
                <a:latin typeface="Arial" charset="0"/>
                <a:ea typeface="+mn-ea"/>
                <a:cs typeface="+mn-cs"/>
              </a:rPr>
              <a:t>x= </a:t>
            </a:r>
            <a:r>
              <a:rPr kumimoji="0" lang="es-419" sz="1800" b="0" i="0" u="none" strike="noStrike" kern="1200" cap="none" spc="0" normalizeH="0" baseline="0" noProof="0" dirty="0">
                <a:ln>
                  <a:noFill/>
                </a:ln>
                <a:solidFill>
                  <a:srgbClr val="000000"/>
                </a:solidFill>
                <a:effectLst/>
                <a:uLnTx/>
                <a:uFillTx/>
                <a:latin typeface="Arial" charset="0"/>
                <a:ea typeface="+mn-ea"/>
                <a:cs typeface="+mn-cs"/>
              </a:rPr>
              <a:t>como la beisbol?, en la trayectoria alcanzo a ver los cortes de línea, cuando cambia de recta a curva, soy yo?, o si se ven?, si soy yo, estos no los hagas, porque tengo el </a:t>
            </a:r>
            <a:r>
              <a:rPr kumimoji="0" lang="es-419" sz="1800" b="0" i="0" u="none" strike="noStrike" kern="1200" cap="none" spc="0" normalizeH="0" baseline="0" noProof="0" dirty="0" err="1">
                <a:ln>
                  <a:noFill/>
                </a:ln>
                <a:solidFill>
                  <a:srgbClr val="000000"/>
                </a:solidFill>
                <a:effectLst/>
                <a:uLnTx/>
                <a:uFillTx/>
                <a:latin typeface="Arial" charset="0"/>
                <a:ea typeface="+mn-ea"/>
                <a:cs typeface="+mn-cs"/>
              </a:rPr>
              <a:t>pp</a:t>
            </a:r>
            <a:r>
              <a:rPr kumimoji="0" lang="es-419" sz="1800" b="0" i="0" u="none" strike="noStrike" kern="1200" cap="none" spc="0" normalizeH="0" baseline="0" noProof="0" dirty="0">
                <a:ln>
                  <a:noFill/>
                </a:ln>
                <a:solidFill>
                  <a:srgbClr val="000000"/>
                </a:solidFill>
                <a:effectLst/>
                <a:uLnTx/>
                <a:uFillTx/>
                <a:latin typeface="Arial" charset="0"/>
                <a:ea typeface="+mn-ea"/>
                <a:cs typeface="+mn-cs"/>
              </a:rPr>
              <a:t> en donde los hicimos y como seria </a:t>
            </a:r>
            <a:r>
              <a:rPr kumimoji="0" lang="es-419" sz="1800" b="0" i="0" u="none" strike="noStrike" kern="1200" cap="none" spc="0" normalizeH="0" baseline="0" noProof="0" dirty="0" err="1">
                <a:ln>
                  <a:noFill/>
                </a:ln>
                <a:solidFill>
                  <a:srgbClr val="000000"/>
                </a:solidFill>
                <a:effectLst/>
                <a:uLnTx/>
                <a:uFillTx/>
                <a:latin typeface="Arial" charset="0"/>
                <a:ea typeface="+mn-ea"/>
                <a:cs typeface="+mn-cs"/>
              </a:rPr>
              <a:t>namas</a:t>
            </a:r>
            <a:r>
              <a:rPr kumimoji="0" lang="es-419" sz="1800" b="0" i="0" u="none" strike="noStrike" kern="1200" cap="none" spc="0" normalizeH="0" baseline="0" noProof="0" dirty="0">
                <a:ln>
                  <a:noFill/>
                </a:ln>
                <a:solidFill>
                  <a:srgbClr val="000000"/>
                </a:solidFill>
                <a:effectLst/>
                <a:uLnTx/>
                <a:uFillTx/>
                <a:latin typeface="Arial" charset="0"/>
                <a:ea typeface="+mn-ea"/>
                <a:cs typeface="+mn-cs"/>
              </a:rPr>
              <a:t> cambiar lo de e/w, n/s, por las que tienen subíndices lo puedo hacer sin problemas, pero si </a:t>
            </a:r>
            <a:r>
              <a:rPr kumimoji="0" lang="es-419" sz="1800" b="0" i="0" u="none" strike="noStrike" kern="1200" cap="none" spc="0" normalizeH="0" baseline="0" noProof="0" dirty="0" err="1">
                <a:ln>
                  <a:noFill/>
                </a:ln>
                <a:solidFill>
                  <a:srgbClr val="000000"/>
                </a:solidFill>
                <a:effectLst/>
                <a:uLnTx/>
                <a:uFillTx/>
                <a:latin typeface="Arial" charset="0"/>
                <a:ea typeface="+mn-ea"/>
                <a:cs typeface="+mn-cs"/>
              </a:rPr>
              <a:t>si</a:t>
            </a:r>
            <a:r>
              <a:rPr kumimoji="0" lang="es-419" sz="1800" b="0" i="0" u="none" strike="noStrike" kern="1200" cap="none" spc="0" normalizeH="0" baseline="0" noProof="0" dirty="0">
                <a:ln>
                  <a:noFill/>
                </a:ln>
                <a:solidFill>
                  <a:srgbClr val="000000"/>
                </a:solidFill>
                <a:effectLst/>
                <a:uLnTx/>
                <a:uFillTx/>
                <a:latin typeface="Arial" charset="0"/>
                <a:ea typeface="+mn-ea"/>
                <a:cs typeface="+mn-cs"/>
              </a:rPr>
              <a:t> son evidentes los detalles de la figura, te las rifas? :v</a:t>
            </a:r>
            <a:endParaRPr kumimoji="0" lang="es-419" sz="1800" b="1" i="0" u="none" strike="noStrike" kern="1200" cap="none" spc="0" normalizeH="0" baseline="0" noProof="0" dirty="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1752323548"/>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189C1636-FA9F-4A56-8F3F-B52D0BA95535}"/>
              </a:ext>
            </a:extLst>
          </p:cNvPr>
          <p:cNvSpPr>
            <a:spLocks noGrp="1"/>
          </p:cNvSpPr>
          <p:nvPr>
            <p:ph type="sldNum"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68C46022-3960-47FB-9570-D23595AA7D3B}" type="slidenum">
              <a:rPr kumimoji="0" lang="es-ES" sz="1200" b="1" i="0" u="none" strike="noStrike" kern="1200" cap="none" spc="0" normalizeH="0" baseline="0" noProof="0" smtClean="0">
                <a:ln>
                  <a:noFill/>
                </a:ln>
                <a:solidFill>
                  <a:srgbClr val="808080"/>
                </a:solidFill>
                <a:effectLst/>
                <a:uLnTx/>
                <a:uFillTx/>
                <a:latin typeface="Arial" charset="0"/>
                <a:ea typeface="+mn-ea"/>
                <a:cs typeface="+mn-cs"/>
              </a:rPr>
              <a:pPr marL="0" marR="0" lvl="0" indent="0" algn="ctr" defTabSz="914400" rtl="0" eaLnBrk="1" fontAlgn="base" latinLnBrk="0" hangingPunct="1">
                <a:lnSpc>
                  <a:spcPct val="100000"/>
                </a:lnSpc>
                <a:spcBef>
                  <a:spcPct val="0"/>
                </a:spcBef>
                <a:spcAft>
                  <a:spcPct val="0"/>
                </a:spcAft>
                <a:buClrTx/>
                <a:buSzTx/>
                <a:buFontTx/>
                <a:buNone/>
                <a:tabLst/>
                <a:defRPr/>
              </a:pPr>
              <a:t>3</a:t>
            </a:fld>
            <a:endParaRPr kumimoji="0" lang="es-ES" sz="1200" b="1" i="0" u="none" strike="noStrike" kern="1200" cap="none" spc="0" normalizeH="0" baseline="0" noProof="0" dirty="0">
              <a:ln>
                <a:noFill/>
              </a:ln>
              <a:solidFill>
                <a:srgbClr val="808080"/>
              </a:solidFill>
              <a:effectLst/>
              <a:uLnTx/>
              <a:uFillTx/>
              <a:latin typeface="Arial" charset="0"/>
              <a:ea typeface="+mn-ea"/>
              <a:cs typeface="+mn-cs"/>
            </a:endParaRPr>
          </a:p>
        </p:txBody>
      </p:sp>
      <p:sp>
        <p:nvSpPr>
          <p:cNvPr id="5" name="Título 4">
            <a:extLst>
              <a:ext uri="{FF2B5EF4-FFF2-40B4-BE49-F238E27FC236}">
                <a16:creationId xmlns:a16="http://schemas.microsoft.com/office/drawing/2014/main" id="{E9816EE2-6478-4420-BC1C-DAAAAFE119D0}"/>
              </a:ext>
            </a:extLst>
          </p:cNvPr>
          <p:cNvSpPr>
            <a:spLocks noGrp="1"/>
          </p:cNvSpPr>
          <p:nvPr>
            <p:ph type="title"/>
          </p:nvPr>
        </p:nvSpPr>
        <p:spPr/>
        <p:txBody>
          <a:bodyPr/>
          <a:lstStyle/>
          <a:p>
            <a:endParaRPr lang="es-419"/>
          </a:p>
        </p:txBody>
      </p:sp>
      <p:sp>
        <p:nvSpPr>
          <p:cNvPr id="6" name="Rectángulo 5">
            <a:extLst>
              <a:ext uri="{FF2B5EF4-FFF2-40B4-BE49-F238E27FC236}">
                <a16:creationId xmlns:a16="http://schemas.microsoft.com/office/drawing/2014/main" id="{7928BC8F-C4F7-4B75-AB7D-25121FFCE292}"/>
              </a:ext>
            </a:extLst>
          </p:cNvPr>
          <p:cNvSpPr/>
          <p:nvPr/>
        </p:nvSpPr>
        <p:spPr bwMode="auto">
          <a:xfrm>
            <a:off x="286867" y="2895600"/>
            <a:ext cx="11474823" cy="3810000"/>
          </a:xfrm>
          <a:prstGeom prst="rect">
            <a:avLst/>
          </a:prstGeom>
          <a:blipFill dpi="0" rotWithShape="1">
            <a:blip r:embed="rId2">
              <a:extLst>
                <a:ext uri="{28A0092B-C50C-407E-A947-70E740481C1C}">
                  <a14:useLocalDpi xmlns:a14="http://schemas.microsoft.com/office/drawing/2010/main" val="0"/>
                </a:ext>
              </a:extLst>
            </a:blip>
            <a:srcRect/>
            <a:stretch>
              <a:fillRect/>
            </a:stretch>
          </a:blip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s-419" sz="1800" b="1" i="0" u="none" strike="noStrike" kern="1200" cap="none" spc="0" normalizeH="0" baseline="0" noProof="0">
              <a:ln>
                <a:noFill/>
              </a:ln>
              <a:solidFill>
                <a:srgbClr val="000000"/>
              </a:solidFill>
              <a:effectLst/>
              <a:uLnTx/>
              <a:uFillTx/>
              <a:latin typeface="Arial" charset="0"/>
              <a:ea typeface="+mn-ea"/>
              <a:cs typeface="+mn-cs"/>
            </a:endParaRPr>
          </a:p>
        </p:txBody>
      </p:sp>
      <p:sp>
        <p:nvSpPr>
          <p:cNvPr id="7" name="CuadroTexto 6">
            <a:extLst>
              <a:ext uri="{FF2B5EF4-FFF2-40B4-BE49-F238E27FC236}">
                <a16:creationId xmlns:a16="http://schemas.microsoft.com/office/drawing/2014/main" id="{2C138F2B-6FE2-4B0D-96DA-22547D663DD0}"/>
              </a:ext>
            </a:extLst>
          </p:cNvPr>
          <p:cNvSpPr txBox="1"/>
          <p:nvPr/>
        </p:nvSpPr>
        <p:spPr>
          <a:xfrm>
            <a:off x="2185427" y="4240306"/>
            <a:ext cx="430305"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l-GR" sz="1800"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n-cs"/>
              </a:rPr>
              <a:t>θ</a:t>
            </a:r>
            <a:endParaRPr kumimoji="0" lang="es-419" sz="1800" b="1" i="0" u="none" strike="noStrike" kern="1200" cap="none" spc="0" normalizeH="0" baseline="0" noProof="0" dirty="0">
              <a:ln>
                <a:noFill/>
              </a:ln>
              <a:solidFill>
                <a:srgbClr val="000000"/>
              </a:solidFill>
              <a:effectLst/>
              <a:uLnTx/>
              <a:uFillTx/>
              <a:latin typeface="Arial" charset="0"/>
              <a:ea typeface="+mn-ea"/>
              <a:cs typeface="+mn-cs"/>
            </a:endParaRPr>
          </a:p>
        </p:txBody>
      </p:sp>
      <p:sp>
        <p:nvSpPr>
          <p:cNvPr id="8" name="CuadroTexto 7">
            <a:extLst>
              <a:ext uri="{FF2B5EF4-FFF2-40B4-BE49-F238E27FC236}">
                <a16:creationId xmlns:a16="http://schemas.microsoft.com/office/drawing/2014/main" id="{4F636FB4-55A7-4CC1-88DE-661FFBB47120}"/>
              </a:ext>
            </a:extLst>
          </p:cNvPr>
          <p:cNvSpPr txBox="1"/>
          <p:nvPr/>
        </p:nvSpPr>
        <p:spPr>
          <a:xfrm>
            <a:off x="5809128" y="3855174"/>
            <a:ext cx="430305"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l-GR" sz="1800"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n-cs"/>
              </a:rPr>
              <a:t>α</a:t>
            </a:r>
            <a:endParaRPr kumimoji="0" lang="es-419" sz="1800" b="1" i="0" u="none" strike="noStrike" kern="1200" cap="none" spc="0" normalizeH="0" baseline="0" noProof="0" dirty="0">
              <a:ln>
                <a:noFill/>
              </a:ln>
              <a:solidFill>
                <a:srgbClr val="000000"/>
              </a:solidFill>
              <a:effectLst/>
              <a:uLnTx/>
              <a:uFillTx/>
              <a:latin typeface="Arial" charset="0"/>
              <a:ea typeface="+mn-ea"/>
              <a:cs typeface="+mn-cs"/>
            </a:endParaRPr>
          </a:p>
        </p:txBody>
      </p:sp>
      <p:sp>
        <p:nvSpPr>
          <p:cNvPr id="9" name="CuadroTexto 8">
            <a:extLst>
              <a:ext uri="{FF2B5EF4-FFF2-40B4-BE49-F238E27FC236}">
                <a16:creationId xmlns:a16="http://schemas.microsoft.com/office/drawing/2014/main" id="{4E586B21-A339-428B-AD3B-4EDC957A565B}"/>
              </a:ext>
            </a:extLst>
          </p:cNvPr>
          <p:cNvSpPr txBox="1"/>
          <p:nvPr/>
        </p:nvSpPr>
        <p:spPr>
          <a:xfrm>
            <a:off x="1927411" y="5099139"/>
            <a:ext cx="430305"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l-GR" sz="1800"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n-cs"/>
              </a:rPr>
              <a:t>θ</a:t>
            </a:r>
            <a:endParaRPr kumimoji="0" lang="es-419" sz="1800" b="1" i="0" u="none" strike="noStrike" kern="1200" cap="none" spc="0" normalizeH="0" baseline="0" noProof="0" dirty="0">
              <a:ln>
                <a:noFill/>
              </a:ln>
              <a:solidFill>
                <a:srgbClr val="000000"/>
              </a:solidFill>
              <a:effectLst/>
              <a:uLnTx/>
              <a:uFillTx/>
              <a:latin typeface="Arial" charset="0"/>
              <a:ea typeface="+mn-ea"/>
              <a:cs typeface="+mn-cs"/>
            </a:endParaRPr>
          </a:p>
        </p:txBody>
      </p:sp>
      <p:sp>
        <p:nvSpPr>
          <p:cNvPr id="10" name="CuadroTexto 9">
            <a:extLst>
              <a:ext uri="{FF2B5EF4-FFF2-40B4-BE49-F238E27FC236}">
                <a16:creationId xmlns:a16="http://schemas.microsoft.com/office/drawing/2014/main" id="{0BE944D8-965B-4E63-83B1-F56F31F0707E}"/>
              </a:ext>
            </a:extLst>
          </p:cNvPr>
          <p:cNvSpPr txBox="1"/>
          <p:nvPr/>
        </p:nvSpPr>
        <p:spPr>
          <a:xfrm>
            <a:off x="2504268" y="3998517"/>
            <a:ext cx="430305"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n-cs"/>
              </a:rPr>
              <a:t>O</a:t>
            </a:r>
            <a:endParaRPr kumimoji="0" lang="es-419" sz="1800" b="1" i="0" u="none" strike="noStrike" kern="1200" cap="none" spc="0" normalizeH="0" baseline="0" noProof="0" dirty="0">
              <a:ln>
                <a:noFill/>
              </a:ln>
              <a:solidFill>
                <a:srgbClr val="000000"/>
              </a:solidFill>
              <a:effectLst/>
              <a:uLnTx/>
              <a:uFillTx/>
              <a:latin typeface="Arial" charset="0"/>
              <a:ea typeface="+mn-ea"/>
              <a:cs typeface="+mn-cs"/>
            </a:endParaRPr>
          </a:p>
        </p:txBody>
      </p:sp>
      <p:sp>
        <p:nvSpPr>
          <p:cNvPr id="11" name="CuadroTexto 10">
            <a:extLst>
              <a:ext uri="{FF2B5EF4-FFF2-40B4-BE49-F238E27FC236}">
                <a16:creationId xmlns:a16="http://schemas.microsoft.com/office/drawing/2014/main" id="{858B0BDD-5275-4826-841B-DD0C843C05ED}"/>
              </a:ext>
            </a:extLst>
          </p:cNvPr>
          <p:cNvSpPr txBox="1"/>
          <p:nvPr/>
        </p:nvSpPr>
        <p:spPr>
          <a:xfrm>
            <a:off x="1566862" y="4115725"/>
            <a:ext cx="430305"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n-cs"/>
              </a:rPr>
              <a:t>A</a:t>
            </a:r>
            <a:endParaRPr kumimoji="0" lang="es-419" sz="1800" b="1" i="0" u="none" strike="noStrike" kern="1200" cap="none" spc="0" normalizeH="0" baseline="0" noProof="0" dirty="0">
              <a:ln>
                <a:noFill/>
              </a:ln>
              <a:solidFill>
                <a:srgbClr val="000000"/>
              </a:solidFill>
              <a:effectLst/>
              <a:uLnTx/>
              <a:uFillTx/>
              <a:latin typeface="Arial" charset="0"/>
              <a:ea typeface="+mn-ea"/>
              <a:cs typeface="+mn-cs"/>
            </a:endParaRPr>
          </a:p>
        </p:txBody>
      </p:sp>
      <p:sp>
        <p:nvSpPr>
          <p:cNvPr id="12" name="CuadroTexto 11">
            <a:extLst>
              <a:ext uri="{FF2B5EF4-FFF2-40B4-BE49-F238E27FC236}">
                <a16:creationId xmlns:a16="http://schemas.microsoft.com/office/drawing/2014/main" id="{C8D07651-F8FF-481D-B1A8-7A460AF7911A}"/>
              </a:ext>
            </a:extLst>
          </p:cNvPr>
          <p:cNvSpPr txBox="1"/>
          <p:nvPr/>
        </p:nvSpPr>
        <p:spPr>
          <a:xfrm>
            <a:off x="1782015" y="4729807"/>
            <a:ext cx="430305"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n-cs"/>
              </a:rPr>
              <a:t>B</a:t>
            </a:r>
            <a:endParaRPr kumimoji="0" lang="es-419" sz="1800" b="1" i="0" u="none" strike="noStrike" kern="1200" cap="none" spc="0" normalizeH="0" baseline="0" noProof="0" dirty="0">
              <a:ln>
                <a:noFill/>
              </a:ln>
              <a:solidFill>
                <a:srgbClr val="000000"/>
              </a:solidFill>
              <a:effectLst/>
              <a:uLnTx/>
              <a:uFillTx/>
              <a:latin typeface="Arial" charset="0"/>
              <a:ea typeface="+mn-ea"/>
              <a:cs typeface="+mn-cs"/>
            </a:endParaRPr>
          </a:p>
        </p:txBody>
      </p:sp>
      <p:sp>
        <p:nvSpPr>
          <p:cNvPr id="13" name="CuadroTexto 12">
            <a:extLst>
              <a:ext uri="{FF2B5EF4-FFF2-40B4-BE49-F238E27FC236}">
                <a16:creationId xmlns:a16="http://schemas.microsoft.com/office/drawing/2014/main" id="{37A19762-C0F6-42C8-93B4-8DC5187E2CD7}"/>
              </a:ext>
            </a:extLst>
          </p:cNvPr>
          <p:cNvSpPr txBox="1"/>
          <p:nvPr/>
        </p:nvSpPr>
        <p:spPr>
          <a:xfrm>
            <a:off x="2953871" y="5740779"/>
            <a:ext cx="430305"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n-cs"/>
              </a:rPr>
              <a:t>C</a:t>
            </a:r>
            <a:endParaRPr kumimoji="0" lang="es-419" sz="1800" b="1" i="0" u="none" strike="noStrike" kern="1200" cap="none" spc="0" normalizeH="0" baseline="0" noProof="0" dirty="0">
              <a:ln>
                <a:noFill/>
              </a:ln>
              <a:solidFill>
                <a:srgbClr val="000000"/>
              </a:solidFill>
              <a:effectLst/>
              <a:uLnTx/>
              <a:uFillTx/>
              <a:latin typeface="Arial" charset="0"/>
              <a:ea typeface="+mn-ea"/>
              <a:cs typeface="+mn-cs"/>
            </a:endParaRPr>
          </a:p>
        </p:txBody>
      </p:sp>
      <p:sp>
        <p:nvSpPr>
          <p:cNvPr id="14" name="Arco 13">
            <a:extLst>
              <a:ext uri="{FF2B5EF4-FFF2-40B4-BE49-F238E27FC236}">
                <a16:creationId xmlns:a16="http://schemas.microsoft.com/office/drawing/2014/main" id="{58617035-9265-48F0-9E02-8B44B2B61878}"/>
              </a:ext>
            </a:extLst>
          </p:cNvPr>
          <p:cNvSpPr/>
          <p:nvPr/>
        </p:nvSpPr>
        <p:spPr bwMode="auto">
          <a:xfrm rot="8395742">
            <a:off x="1631174" y="4554190"/>
            <a:ext cx="663389" cy="654844"/>
          </a:xfrm>
          <a:prstGeom prst="arc">
            <a:avLst>
              <a:gd name="adj1" fmla="val 16200000"/>
              <a:gd name="adj2" fmla="val 18868594"/>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s-419" sz="1800" b="1" i="0" u="none" strike="noStrike" kern="1200" cap="none" spc="0" normalizeH="0" baseline="0" noProof="0">
              <a:ln>
                <a:noFill/>
              </a:ln>
              <a:noFill/>
              <a:effectLst/>
              <a:uLnTx/>
              <a:uFillTx/>
              <a:latin typeface="Arial" charset="0"/>
              <a:ea typeface="+mn-ea"/>
              <a:cs typeface="+mn-cs"/>
            </a:endParaRPr>
          </a:p>
        </p:txBody>
      </p:sp>
      <p:sp>
        <p:nvSpPr>
          <p:cNvPr id="15" name="Arco 14">
            <a:extLst>
              <a:ext uri="{FF2B5EF4-FFF2-40B4-BE49-F238E27FC236}">
                <a16:creationId xmlns:a16="http://schemas.microsoft.com/office/drawing/2014/main" id="{0A756FBF-68B7-4C1E-86CA-143B8B792353}"/>
              </a:ext>
            </a:extLst>
          </p:cNvPr>
          <p:cNvSpPr/>
          <p:nvPr/>
        </p:nvSpPr>
        <p:spPr bwMode="auto">
          <a:xfrm rot="12319345">
            <a:off x="2481855" y="4086173"/>
            <a:ext cx="663389" cy="654844"/>
          </a:xfrm>
          <a:prstGeom prst="arc">
            <a:avLst>
              <a:gd name="adj1" fmla="val 18854830"/>
              <a:gd name="adj2" fmla="val 0"/>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s-419" sz="1800" b="1" i="0" u="none" strike="noStrike" kern="1200" cap="none" spc="0" normalizeH="0" baseline="0" noProof="0">
              <a:ln>
                <a:noFill/>
              </a:ln>
              <a:noFill/>
              <a:effectLst/>
              <a:uLnTx/>
              <a:uFillTx/>
              <a:latin typeface="Arial" charset="0"/>
              <a:ea typeface="+mn-ea"/>
              <a:cs typeface="+mn-cs"/>
            </a:endParaRPr>
          </a:p>
        </p:txBody>
      </p:sp>
      <p:sp>
        <p:nvSpPr>
          <p:cNvPr id="16" name="CuadroTexto 15">
            <a:extLst>
              <a:ext uri="{FF2B5EF4-FFF2-40B4-BE49-F238E27FC236}">
                <a16:creationId xmlns:a16="http://schemas.microsoft.com/office/drawing/2014/main" id="{9A721CBB-974A-4E2D-936A-A68C283B92AA}"/>
              </a:ext>
            </a:extLst>
          </p:cNvPr>
          <p:cNvSpPr txBox="1"/>
          <p:nvPr/>
        </p:nvSpPr>
        <p:spPr>
          <a:xfrm>
            <a:off x="6214527" y="3632553"/>
            <a:ext cx="430305"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n-cs"/>
              </a:rPr>
              <a:t>O</a:t>
            </a:r>
            <a:endParaRPr kumimoji="0" lang="es-419" sz="1800" b="1" i="0" u="none" strike="noStrike" kern="1200" cap="none" spc="0" normalizeH="0" baseline="0" noProof="0" dirty="0">
              <a:ln>
                <a:noFill/>
              </a:ln>
              <a:solidFill>
                <a:srgbClr val="000000"/>
              </a:solidFill>
              <a:effectLst/>
              <a:uLnTx/>
              <a:uFillTx/>
              <a:latin typeface="Arial" charset="0"/>
              <a:ea typeface="+mn-ea"/>
              <a:cs typeface="+mn-cs"/>
            </a:endParaRPr>
          </a:p>
        </p:txBody>
      </p:sp>
      <p:sp>
        <p:nvSpPr>
          <p:cNvPr id="17" name="Arco 16">
            <a:extLst>
              <a:ext uri="{FF2B5EF4-FFF2-40B4-BE49-F238E27FC236}">
                <a16:creationId xmlns:a16="http://schemas.microsoft.com/office/drawing/2014/main" id="{E28F461C-A794-40A1-89E6-B4D2CB6D571B}"/>
              </a:ext>
            </a:extLst>
          </p:cNvPr>
          <p:cNvSpPr/>
          <p:nvPr/>
        </p:nvSpPr>
        <p:spPr bwMode="auto">
          <a:xfrm rot="6346800">
            <a:off x="6027734" y="3551980"/>
            <a:ext cx="663389" cy="654844"/>
          </a:xfrm>
          <a:prstGeom prst="arc">
            <a:avLst>
              <a:gd name="adj1" fmla="val 20164773"/>
              <a:gd name="adj2" fmla="val 0"/>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s-419" sz="1800" b="1" i="0" u="none" strike="noStrike" kern="1200" cap="none" spc="0" normalizeH="0" baseline="0" noProof="0">
              <a:ln>
                <a:noFill/>
              </a:ln>
              <a:noFill/>
              <a:effectLst/>
              <a:uLnTx/>
              <a:uFillTx/>
              <a:latin typeface="Arial" charset="0"/>
              <a:ea typeface="+mn-ea"/>
              <a:cs typeface="+mn-cs"/>
            </a:endParaRPr>
          </a:p>
        </p:txBody>
      </p:sp>
      <p:sp>
        <p:nvSpPr>
          <p:cNvPr id="18" name="Arco 17">
            <a:extLst>
              <a:ext uri="{FF2B5EF4-FFF2-40B4-BE49-F238E27FC236}">
                <a16:creationId xmlns:a16="http://schemas.microsoft.com/office/drawing/2014/main" id="{4592E180-BCBE-42C1-9E91-FDAF6C0D1EF8}"/>
              </a:ext>
            </a:extLst>
          </p:cNvPr>
          <p:cNvSpPr/>
          <p:nvPr/>
        </p:nvSpPr>
        <p:spPr bwMode="auto">
          <a:xfrm rot="444399">
            <a:off x="5494639" y="5598023"/>
            <a:ext cx="663389" cy="654844"/>
          </a:xfrm>
          <a:prstGeom prst="arc">
            <a:avLst>
              <a:gd name="adj1" fmla="val 18854830"/>
              <a:gd name="adj2" fmla="val 0"/>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s-419" sz="1800" b="1" i="0" u="none" strike="noStrike" kern="1200" cap="none" spc="0" normalizeH="0" baseline="0" noProof="0">
              <a:ln>
                <a:noFill/>
              </a:ln>
              <a:noFill/>
              <a:effectLst/>
              <a:uLnTx/>
              <a:uFillTx/>
              <a:latin typeface="Arial" charset="0"/>
              <a:ea typeface="+mn-ea"/>
              <a:cs typeface="+mn-cs"/>
            </a:endParaRPr>
          </a:p>
        </p:txBody>
      </p:sp>
      <p:sp>
        <p:nvSpPr>
          <p:cNvPr id="19" name="Arco 18">
            <a:extLst>
              <a:ext uri="{FF2B5EF4-FFF2-40B4-BE49-F238E27FC236}">
                <a16:creationId xmlns:a16="http://schemas.microsoft.com/office/drawing/2014/main" id="{B842FD93-7116-4B55-83FC-9CB3791D37B7}"/>
              </a:ext>
            </a:extLst>
          </p:cNvPr>
          <p:cNvSpPr/>
          <p:nvPr/>
        </p:nvSpPr>
        <p:spPr bwMode="auto">
          <a:xfrm rot="11489397">
            <a:off x="6097985" y="3654109"/>
            <a:ext cx="663389" cy="654844"/>
          </a:xfrm>
          <a:prstGeom prst="arc">
            <a:avLst>
              <a:gd name="adj1" fmla="val 18854830"/>
              <a:gd name="adj2" fmla="val 0"/>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s-419" sz="1800" b="1" i="0" u="none" strike="noStrike" kern="1200" cap="none" spc="0" normalizeH="0" baseline="0" noProof="0">
              <a:ln>
                <a:noFill/>
              </a:ln>
              <a:noFill/>
              <a:effectLst/>
              <a:uLnTx/>
              <a:uFillTx/>
              <a:latin typeface="Arial" charset="0"/>
              <a:ea typeface="+mn-ea"/>
              <a:cs typeface="+mn-cs"/>
            </a:endParaRPr>
          </a:p>
        </p:txBody>
      </p:sp>
      <p:sp>
        <p:nvSpPr>
          <p:cNvPr id="20" name="CuadroTexto 19">
            <a:extLst>
              <a:ext uri="{FF2B5EF4-FFF2-40B4-BE49-F238E27FC236}">
                <a16:creationId xmlns:a16="http://schemas.microsoft.com/office/drawing/2014/main" id="{BD3E78C7-CA42-4CBA-AB88-194EAC13795B}"/>
              </a:ext>
            </a:extLst>
          </p:cNvPr>
          <p:cNvSpPr txBox="1"/>
          <p:nvPr/>
        </p:nvSpPr>
        <p:spPr>
          <a:xfrm>
            <a:off x="6604794" y="5038890"/>
            <a:ext cx="430305"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n-cs"/>
              </a:rPr>
              <a:t>C</a:t>
            </a:r>
            <a:endParaRPr kumimoji="0" lang="es-419" sz="1800" b="1" i="0" u="none" strike="noStrike" kern="1200" cap="none" spc="0" normalizeH="0" baseline="0" noProof="0" dirty="0">
              <a:ln>
                <a:noFill/>
              </a:ln>
              <a:solidFill>
                <a:srgbClr val="000000"/>
              </a:solidFill>
              <a:effectLst/>
              <a:uLnTx/>
              <a:uFillTx/>
              <a:latin typeface="Arial" charset="0"/>
              <a:ea typeface="+mn-ea"/>
              <a:cs typeface="+mn-cs"/>
            </a:endParaRPr>
          </a:p>
        </p:txBody>
      </p:sp>
      <p:sp>
        <p:nvSpPr>
          <p:cNvPr id="21" name="CuadroTexto 20">
            <a:extLst>
              <a:ext uri="{FF2B5EF4-FFF2-40B4-BE49-F238E27FC236}">
                <a16:creationId xmlns:a16="http://schemas.microsoft.com/office/drawing/2014/main" id="{AE8242F0-7183-4706-BD8E-7A17D9D283FD}"/>
              </a:ext>
            </a:extLst>
          </p:cNvPr>
          <p:cNvSpPr txBox="1"/>
          <p:nvPr/>
        </p:nvSpPr>
        <p:spPr>
          <a:xfrm>
            <a:off x="5671857" y="4196663"/>
            <a:ext cx="430305"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n-cs"/>
              </a:rPr>
              <a:t>B</a:t>
            </a:r>
            <a:endParaRPr kumimoji="0" lang="es-419" sz="1800" b="1" i="0" u="none" strike="noStrike" kern="1200" cap="none" spc="0" normalizeH="0" baseline="0" noProof="0" dirty="0">
              <a:ln>
                <a:noFill/>
              </a:ln>
              <a:solidFill>
                <a:srgbClr val="000000"/>
              </a:solidFill>
              <a:effectLst/>
              <a:uLnTx/>
              <a:uFillTx/>
              <a:latin typeface="Arial" charset="0"/>
              <a:ea typeface="+mn-ea"/>
              <a:cs typeface="+mn-cs"/>
            </a:endParaRPr>
          </a:p>
        </p:txBody>
      </p:sp>
      <p:sp>
        <p:nvSpPr>
          <p:cNvPr id="22" name="CuadroTexto 21">
            <a:extLst>
              <a:ext uri="{FF2B5EF4-FFF2-40B4-BE49-F238E27FC236}">
                <a16:creationId xmlns:a16="http://schemas.microsoft.com/office/drawing/2014/main" id="{E4CCC711-37B3-4F8A-8A6C-92CEADC39CBC}"/>
              </a:ext>
            </a:extLst>
          </p:cNvPr>
          <p:cNvSpPr txBox="1"/>
          <p:nvPr/>
        </p:nvSpPr>
        <p:spPr>
          <a:xfrm>
            <a:off x="5456705" y="3722986"/>
            <a:ext cx="430305"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n-cs"/>
              </a:rPr>
              <a:t>A</a:t>
            </a:r>
            <a:endParaRPr kumimoji="0" lang="es-419" sz="1800" b="1" i="0" u="none" strike="noStrike" kern="1200" cap="none" spc="0" normalizeH="0" baseline="0" noProof="0" dirty="0">
              <a:ln>
                <a:noFill/>
              </a:ln>
              <a:solidFill>
                <a:srgbClr val="000000"/>
              </a:solidFill>
              <a:effectLst/>
              <a:uLnTx/>
              <a:uFillTx/>
              <a:latin typeface="Arial" charset="0"/>
              <a:ea typeface="+mn-ea"/>
              <a:cs typeface="+mn-cs"/>
            </a:endParaRPr>
          </a:p>
        </p:txBody>
      </p:sp>
      <p:sp>
        <p:nvSpPr>
          <p:cNvPr id="23" name="CuadroTexto 22">
            <a:extLst>
              <a:ext uri="{FF2B5EF4-FFF2-40B4-BE49-F238E27FC236}">
                <a16:creationId xmlns:a16="http://schemas.microsoft.com/office/drawing/2014/main" id="{869983CB-86E9-40E4-A76C-CE9FE78F9CD1}"/>
              </a:ext>
            </a:extLst>
          </p:cNvPr>
          <p:cNvSpPr txBox="1"/>
          <p:nvPr/>
        </p:nvSpPr>
        <p:spPr>
          <a:xfrm>
            <a:off x="7142629" y="5675384"/>
            <a:ext cx="430305"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n-cs"/>
              </a:rPr>
              <a:t>D</a:t>
            </a:r>
            <a:endParaRPr kumimoji="0" lang="es-419" sz="1800" b="1" i="0" u="none" strike="noStrike" kern="1200" cap="none" spc="0" normalizeH="0" baseline="0" noProof="0" dirty="0">
              <a:ln>
                <a:noFill/>
              </a:ln>
              <a:solidFill>
                <a:srgbClr val="000000"/>
              </a:solidFill>
              <a:effectLst/>
              <a:uLnTx/>
              <a:uFillTx/>
              <a:latin typeface="Arial" charset="0"/>
              <a:ea typeface="+mn-ea"/>
              <a:cs typeface="+mn-cs"/>
            </a:endParaRPr>
          </a:p>
        </p:txBody>
      </p:sp>
      <p:sp>
        <p:nvSpPr>
          <p:cNvPr id="31" name="CuadroTexto 30">
            <a:extLst>
              <a:ext uri="{FF2B5EF4-FFF2-40B4-BE49-F238E27FC236}">
                <a16:creationId xmlns:a16="http://schemas.microsoft.com/office/drawing/2014/main" id="{8B7CC981-3B20-42CB-9F48-E901872A0A8C}"/>
              </a:ext>
            </a:extLst>
          </p:cNvPr>
          <p:cNvSpPr txBox="1"/>
          <p:nvPr/>
        </p:nvSpPr>
        <p:spPr>
          <a:xfrm>
            <a:off x="7216202" y="4615934"/>
            <a:ext cx="430305"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n-cs"/>
              </a:rPr>
              <a:t>G</a:t>
            </a:r>
            <a:endParaRPr kumimoji="0" lang="es-419" sz="1800" b="1" i="0" u="none" strike="noStrike" kern="1200" cap="none" spc="0" normalizeH="0" baseline="0" noProof="0" dirty="0">
              <a:ln>
                <a:noFill/>
              </a:ln>
              <a:solidFill>
                <a:srgbClr val="000000"/>
              </a:solidFill>
              <a:effectLst/>
              <a:uLnTx/>
              <a:uFillTx/>
              <a:latin typeface="Arial" charset="0"/>
              <a:ea typeface="+mn-ea"/>
              <a:cs typeface="+mn-cs"/>
            </a:endParaRPr>
          </a:p>
        </p:txBody>
      </p:sp>
      <p:sp>
        <p:nvSpPr>
          <p:cNvPr id="32" name="CuadroTexto 31">
            <a:extLst>
              <a:ext uri="{FF2B5EF4-FFF2-40B4-BE49-F238E27FC236}">
                <a16:creationId xmlns:a16="http://schemas.microsoft.com/office/drawing/2014/main" id="{4995EA45-D7C6-49FD-8A58-5D6238BF41BC}"/>
              </a:ext>
            </a:extLst>
          </p:cNvPr>
          <p:cNvSpPr txBox="1"/>
          <p:nvPr/>
        </p:nvSpPr>
        <p:spPr>
          <a:xfrm>
            <a:off x="5764051" y="5740779"/>
            <a:ext cx="430305"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n-cs"/>
              </a:rPr>
              <a:t>E</a:t>
            </a:r>
            <a:endParaRPr kumimoji="0" lang="es-419" sz="1800" b="1" i="0" u="none" strike="noStrike" kern="1200" cap="none" spc="0" normalizeH="0" baseline="0" noProof="0" dirty="0">
              <a:ln>
                <a:noFill/>
              </a:ln>
              <a:solidFill>
                <a:srgbClr val="000000"/>
              </a:solidFill>
              <a:effectLst/>
              <a:uLnTx/>
              <a:uFillTx/>
              <a:latin typeface="Arial" charset="0"/>
              <a:ea typeface="+mn-ea"/>
              <a:cs typeface="+mn-cs"/>
            </a:endParaRPr>
          </a:p>
        </p:txBody>
      </p:sp>
      <p:sp>
        <p:nvSpPr>
          <p:cNvPr id="33" name="CuadroTexto 32">
            <a:extLst>
              <a:ext uri="{FF2B5EF4-FFF2-40B4-BE49-F238E27FC236}">
                <a16:creationId xmlns:a16="http://schemas.microsoft.com/office/drawing/2014/main" id="{1129A374-FA16-46E0-B1B3-5EC87C8FECE6}"/>
              </a:ext>
            </a:extLst>
          </p:cNvPr>
          <p:cNvSpPr txBox="1"/>
          <p:nvPr/>
        </p:nvSpPr>
        <p:spPr>
          <a:xfrm>
            <a:off x="6257108" y="5740779"/>
            <a:ext cx="430305"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n-cs"/>
              </a:rPr>
              <a:t>F</a:t>
            </a:r>
            <a:endParaRPr kumimoji="0" lang="es-419" sz="1800" b="1" i="0" u="none" strike="noStrike" kern="1200" cap="none" spc="0" normalizeH="0" baseline="0" noProof="0" dirty="0">
              <a:ln>
                <a:noFill/>
              </a:ln>
              <a:solidFill>
                <a:srgbClr val="000000"/>
              </a:solidFill>
              <a:effectLst/>
              <a:uLnTx/>
              <a:uFillTx/>
              <a:latin typeface="Arial" charset="0"/>
              <a:ea typeface="+mn-ea"/>
              <a:cs typeface="+mn-cs"/>
            </a:endParaRPr>
          </a:p>
        </p:txBody>
      </p:sp>
      <p:sp>
        <p:nvSpPr>
          <p:cNvPr id="35" name="CuadroTexto 34">
            <a:extLst>
              <a:ext uri="{FF2B5EF4-FFF2-40B4-BE49-F238E27FC236}">
                <a16:creationId xmlns:a16="http://schemas.microsoft.com/office/drawing/2014/main" id="{9BF03978-4E1F-40F8-AA7D-82B80A083A00}"/>
              </a:ext>
            </a:extLst>
          </p:cNvPr>
          <p:cNvSpPr txBox="1"/>
          <p:nvPr/>
        </p:nvSpPr>
        <p:spPr>
          <a:xfrm>
            <a:off x="6038842" y="5587070"/>
            <a:ext cx="430305"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l-GR" sz="1800"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n-cs"/>
              </a:rPr>
              <a:t>δ</a:t>
            </a:r>
            <a:endParaRPr kumimoji="0" lang="es-419" sz="1800" b="1" i="0" u="none" strike="noStrike" kern="1200" cap="none" spc="0" normalizeH="0" baseline="0" noProof="0" dirty="0">
              <a:ln>
                <a:noFill/>
              </a:ln>
              <a:solidFill>
                <a:srgbClr val="000000"/>
              </a:solidFill>
              <a:effectLst/>
              <a:uLnTx/>
              <a:uFillTx/>
              <a:latin typeface="Arial" charset="0"/>
              <a:ea typeface="+mn-ea"/>
              <a:cs typeface="+mn-cs"/>
            </a:endParaRPr>
          </a:p>
        </p:txBody>
      </p:sp>
      <p:sp>
        <p:nvSpPr>
          <p:cNvPr id="36" name="CuadroTexto 35">
            <a:extLst>
              <a:ext uri="{FF2B5EF4-FFF2-40B4-BE49-F238E27FC236}">
                <a16:creationId xmlns:a16="http://schemas.microsoft.com/office/drawing/2014/main" id="{0544C180-BBDF-40D1-B0BB-CB2E1A397E95}"/>
              </a:ext>
            </a:extLst>
          </p:cNvPr>
          <p:cNvSpPr txBox="1"/>
          <p:nvPr/>
        </p:nvSpPr>
        <p:spPr>
          <a:xfrm>
            <a:off x="6389641" y="4001432"/>
            <a:ext cx="430305"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l-GR" sz="1800"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n-cs"/>
              </a:rPr>
              <a:t>γ</a:t>
            </a:r>
            <a:endParaRPr kumimoji="0" lang="es-419" sz="1800" b="1" i="0" u="none" strike="noStrike" kern="1200" cap="none" spc="0" normalizeH="0" baseline="0" noProof="0" dirty="0">
              <a:ln>
                <a:noFill/>
              </a:ln>
              <a:solidFill>
                <a:srgbClr val="000000"/>
              </a:solidFill>
              <a:effectLst/>
              <a:uLnTx/>
              <a:uFillTx/>
              <a:latin typeface="Arial" charset="0"/>
              <a:ea typeface="+mn-ea"/>
              <a:cs typeface="+mn-cs"/>
            </a:endParaRPr>
          </a:p>
        </p:txBody>
      </p:sp>
      <p:sp>
        <p:nvSpPr>
          <p:cNvPr id="37" name="Arco 36">
            <a:extLst>
              <a:ext uri="{FF2B5EF4-FFF2-40B4-BE49-F238E27FC236}">
                <a16:creationId xmlns:a16="http://schemas.microsoft.com/office/drawing/2014/main" id="{6047813C-FC5D-4A42-9F5A-4BBF214E5755}"/>
              </a:ext>
            </a:extLst>
          </p:cNvPr>
          <p:cNvSpPr/>
          <p:nvPr/>
        </p:nvSpPr>
        <p:spPr bwMode="auto">
          <a:xfrm rot="5995880">
            <a:off x="6072307" y="3703115"/>
            <a:ext cx="663389" cy="654844"/>
          </a:xfrm>
          <a:prstGeom prst="arc">
            <a:avLst>
              <a:gd name="adj1" fmla="val 16834195"/>
              <a:gd name="adj2" fmla="val 0"/>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s-419" sz="1800" b="1" i="0" u="none" strike="noStrike" kern="1200" cap="none" spc="0" normalizeH="0" baseline="0" noProof="0">
              <a:ln>
                <a:noFill/>
              </a:ln>
              <a:noFill/>
              <a:effectLst/>
              <a:uLnTx/>
              <a:uFillTx/>
              <a:latin typeface="Arial" charset="0"/>
              <a:ea typeface="+mn-ea"/>
              <a:cs typeface="+mn-cs"/>
            </a:endParaRPr>
          </a:p>
        </p:txBody>
      </p:sp>
      <p:sp>
        <p:nvSpPr>
          <p:cNvPr id="38" name="CuadroTexto 37">
            <a:extLst>
              <a:ext uri="{FF2B5EF4-FFF2-40B4-BE49-F238E27FC236}">
                <a16:creationId xmlns:a16="http://schemas.microsoft.com/office/drawing/2014/main" id="{B7DC4D50-8A34-4C6C-BE42-10C9DD60DA80}"/>
              </a:ext>
            </a:extLst>
          </p:cNvPr>
          <p:cNvSpPr txBox="1"/>
          <p:nvPr/>
        </p:nvSpPr>
        <p:spPr>
          <a:xfrm>
            <a:off x="6091414" y="4095237"/>
            <a:ext cx="430305"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l-GR" sz="1800"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n-cs"/>
              </a:rPr>
              <a:t>β</a:t>
            </a:r>
            <a:endParaRPr kumimoji="0" lang="es-419" sz="1800" b="1" i="0" u="none" strike="noStrike" kern="1200" cap="none" spc="0" normalizeH="0" baseline="0" noProof="0" dirty="0">
              <a:ln>
                <a:noFill/>
              </a:ln>
              <a:solidFill>
                <a:srgbClr val="000000"/>
              </a:solidFill>
              <a:effectLst/>
              <a:uLnTx/>
              <a:uFillTx/>
              <a:latin typeface="Arial" charset="0"/>
              <a:ea typeface="+mn-ea"/>
              <a:cs typeface="+mn-cs"/>
            </a:endParaRPr>
          </a:p>
        </p:txBody>
      </p:sp>
      <p:sp>
        <p:nvSpPr>
          <p:cNvPr id="39" name="Arco 38">
            <a:extLst>
              <a:ext uri="{FF2B5EF4-FFF2-40B4-BE49-F238E27FC236}">
                <a16:creationId xmlns:a16="http://schemas.microsoft.com/office/drawing/2014/main" id="{FF8866DC-F7F9-4FF4-8F82-4EABAD4012AA}"/>
              </a:ext>
            </a:extLst>
          </p:cNvPr>
          <p:cNvSpPr/>
          <p:nvPr/>
        </p:nvSpPr>
        <p:spPr bwMode="auto">
          <a:xfrm rot="4033560">
            <a:off x="5365647" y="4110356"/>
            <a:ext cx="663389" cy="654844"/>
          </a:xfrm>
          <a:prstGeom prst="arc">
            <a:avLst>
              <a:gd name="adj1" fmla="val 18854830"/>
              <a:gd name="adj2" fmla="val 0"/>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s-419" sz="1800" b="1" i="0" u="none" strike="noStrike" kern="1200" cap="none" spc="0" normalizeH="0" baseline="0" noProof="0">
              <a:ln>
                <a:noFill/>
              </a:ln>
              <a:noFill/>
              <a:effectLst/>
              <a:uLnTx/>
              <a:uFillTx/>
              <a:latin typeface="Arial" charset="0"/>
              <a:ea typeface="+mn-ea"/>
              <a:cs typeface="+mn-cs"/>
            </a:endParaRPr>
          </a:p>
        </p:txBody>
      </p:sp>
      <p:sp>
        <p:nvSpPr>
          <p:cNvPr id="40" name="CuadroTexto 39">
            <a:extLst>
              <a:ext uri="{FF2B5EF4-FFF2-40B4-BE49-F238E27FC236}">
                <a16:creationId xmlns:a16="http://schemas.microsoft.com/office/drawing/2014/main" id="{F3472CBF-3692-43BF-B230-B835CBFCA117}"/>
              </a:ext>
            </a:extLst>
          </p:cNvPr>
          <p:cNvSpPr txBox="1"/>
          <p:nvPr/>
        </p:nvSpPr>
        <p:spPr>
          <a:xfrm>
            <a:off x="5824258" y="4533511"/>
            <a:ext cx="430305"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l-GR" sz="1800"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n-cs"/>
              </a:rPr>
              <a:t>α</a:t>
            </a:r>
            <a:endParaRPr kumimoji="0" lang="es-419" sz="1800" b="1" i="0" u="none" strike="noStrike" kern="1200" cap="none" spc="0" normalizeH="0" baseline="0" noProof="0" dirty="0">
              <a:ln>
                <a:noFill/>
              </a:ln>
              <a:solidFill>
                <a:srgbClr val="000000"/>
              </a:solidFill>
              <a:effectLst/>
              <a:uLnTx/>
              <a:uFillTx/>
              <a:latin typeface="Arial" charset="0"/>
              <a:ea typeface="+mn-ea"/>
              <a:cs typeface="+mn-cs"/>
            </a:endParaRPr>
          </a:p>
        </p:txBody>
      </p:sp>
      <p:sp>
        <p:nvSpPr>
          <p:cNvPr id="41" name="CuadroTexto 40">
            <a:extLst>
              <a:ext uri="{FF2B5EF4-FFF2-40B4-BE49-F238E27FC236}">
                <a16:creationId xmlns:a16="http://schemas.microsoft.com/office/drawing/2014/main" id="{BAC557DD-4EDD-4598-AC80-1AC8861C6AFF}"/>
              </a:ext>
            </a:extLst>
          </p:cNvPr>
          <p:cNvSpPr txBox="1"/>
          <p:nvPr/>
        </p:nvSpPr>
        <p:spPr>
          <a:xfrm>
            <a:off x="9362947" y="4867076"/>
            <a:ext cx="430305"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l-GR" sz="1800" b="1"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n-cs"/>
              </a:rPr>
              <a:t>θ</a:t>
            </a:r>
            <a:endParaRPr kumimoji="0" lang="es-419" sz="1800" b="1" i="0" u="none" strike="noStrike" kern="1200" cap="none" spc="0" normalizeH="0" baseline="0" noProof="0" dirty="0">
              <a:ln>
                <a:noFill/>
              </a:ln>
              <a:solidFill>
                <a:srgbClr val="000000"/>
              </a:solidFill>
              <a:effectLst/>
              <a:uLnTx/>
              <a:uFillTx/>
              <a:latin typeface="Arial" charset="0"/>
              <a:ea typeface="+mn-ea"/>
              <a:cs typeface="+mn-cs"/>
            </a:endParaRPr>
          </a:p>
        </p:txBody>
      </p:sp>
      <p:sp>
        <p:nvSpPr>
          <p:cNvPr id="42" name="Arco 41">
            <a:extLst>
              <a:ext uri="{FF2B5EF4-FFF2-40B4-BE49-F238E27FC236}">
                <a16:creationId xmlns:a16="http://schemas.microsoft.com/office/drawing/2014/main" id="{CB13F0DF-E962-426F-95F2-EA92AF6E7A2D}"/>
              </a:ext>
            </a:extLst>
          </p:cNvPr>
          <p:cNvSpPr/>
          <p:nvPr/>
        </p:nvSpPr>
        <p:spPr bwMode="auto">
          <a:xfrm rot="12058007">
            <a:off x="9546372" y="4484554"/>
            <a:ext cx="663389" cy="654844"/>
          </a:xfrm>
          <a:prstGeom prst="arc">
            <a:avLst>
              <a:gd name="adj1" fmla="val 16880247"/>
              <a:gd name="adj2" fmla="val 19862646"/>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s-419" sz="1800" b="1" i="0" u="none" strike="noStrike" kern="1200" cap="none" spc="0" normalizeH="0" baseline="0" noProof="0">
              <a:ln>
                <a:noFill/>
              </a:ln>
              <a:noFill/>
              <a:effectLst/>
              <a:uLnTx/>
              <a:uFillTx/>
              <a:latin typeface="Arial" charset="0"/>
              <a:ea typeface="+mn-ea"/>
              <a:cs typeface="+mn-cs"/>
            </a:endParaRPr>
          </a:p>
        </p:txBody>
      </p:sp>
      <p:sp>
        <p:nvSpPr>
          <p:cNvPr id="43" name="Elipse 42">
            <a:extLst>
              <a:ext uri="{FF2B5EF4-FFF2-40B4-BE49-F238E27FC236}">
                <a16:creationId xmlns:a16="http://schemas.microsoft.com/office/drawing/2014/main" id="{D070F7FD-7136-4FE8-ABC7-CB67B1D2D0C0}"/>
              </a:ext>
            </a:extLst>
          </p:cNvPr>
          <p:cNvSpPr/>
          <p:nvPr/>
        </p:nvSpPr>
        <p:spPr bwMode="auto">
          <a:xfrm>
            <a:off x="1261681" y="3496225"/>
            <a:ext cx="473169" cy="285023"/>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s-419" sz="1800" b="1" i="0" u="none" strike="noStrike" kern="1200" cap="none" spc="0" normalizeH="0" baseline="0" noProof="0">
              <a:ln>
                <a:noFill/>
              </a:ln>
              <a:solidFill>
                <a:srgbClr val="000000"/>
              </a:solidFill>
              <a:effectLst/>
              <a:uLnTx/>
              <a:uFillTx/>
              <a:latin typeface="Arial" charset="0"/>
              <a:ea typeface="+mn-ea"/>
              <a:cs typeface="+mn-cs"/>
            </a:endParaRPr>
          </a:p>
        </p:txBody>
      </p:sp>
      <p:sp>
        <p:nvSpPr>
          <p:cNvPr id="44" name="Elipse 43">
            <a:extLst>
              <a:ext uri="{FF2B5EF4-FFF2-40B4-BE49-F238E27FC236}">
                <a16:creationId xmlns:a16="http://schemas.microsoft.com/office/drawing/2014/main" id="{AEB1B412-8EE4-48BE-9121-FA3640C35A1C}"/>
              </a:ext>
            </a:extLst>
          </p:cNvPr>
          <p:cNvSpPr/>
          <p:nvPr/>
        </p:nvSpPr>
        <p:spPr bwMode="auto">
          <a:xfrm>
            <a:off x="805427" y="4565995"/>
            <a:ext cx="473169" cy="285023"/>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s-419" sz="1800" b="1" i="0" u="none" strike="noStrike" kern="1200" cap="none" spc="0" normalizeH="0" baseline="0" noProof="0">
              <a:ln>
                <a:noFill/>
              </a:ln>
              <a:solidFill>
                <a:srgbClr val="000000"/>
              </a:solidFill>
              <a:effectLst/>
              <a:uLnTx/>
              <a:uFillTx/>
              <a:latin typeface="Arial" charset="0"/>
              <a:ea typeface="+mn-ea"/>
              <a:cs typeface="+mn-cs"/>
            </a:endParaRPr>
          </a:p>
        </p:txBody>
      </p:sp>
      <p:sp>
        <p:nvSpPr>
          <p:cNvPr id="45" name="Elipse 44">
            <a:extLst>
              <a:ext uri="{FF2B5EF4-FFF2-40B4-BE49-F238E27FC236}">
                <a16:creationId xmlns:a16="http://schemas.microsoft.com/office/drawing/2014/main" id="{D126442A-71AF-4A77-BD68-30AF3515AD5D}"/>
              </a:ext>
            </a:extLst>
          </p:cNvPr>
          <p:cNvSpPr/>
          <p:nvPr/>
        </p:nvSpPr>
        <p:spPr bwMode="auto">
          <a:xfrm>
            <a:off x="8673077" y="3632553"/>
            <a:ext cx="473169" cy="285023"/>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s-419" sz="1800" b="1" i="0" u="none" strike="noStrike" kern="1200" cap="none" spc="0" normalizeH="0" baseline="0" noProof="0">
              <a:ln>
                <a:noFill/>
              </a:ln>
              <a:solidFill>
                <a:srgbClr val="000000"/>
              </a:solidFill>
              <a:effectLst/>
              <a:uLnTx/>
              <a:uFillTx/>
              <a:latin typeface="Arial" charset="0"/>
              <a:ea typeface="+mn-ea"/>
              <a:cs typeface="+mn-cs"/>
            </a:endParaRPr>
          </a:p>
        </p:txBody>
      </p:sp>
      <p:sp>
        <p:nvSpPr>
          <p:cNvPr id="46" name="Elipse 45">
            <a:extLst>
              <a:ext uri="{FF2B5EF4-FFF2-40B4-BE49-F238E27FC236}">
                <a16:creationId xmlns:a16="http://schemas.microsoft.com/office/drawing/2014/main" id="{B2F6EC54-C5EB-4B56-AF8F-3272E8BCB561}"/>
              </a:ext>
            </a:extLst>
          </p:cNvPr>
          <p:cNvSpPr/>
          <p:nvPr/>
        </p:nvSpPr>
        <p:spPr bwMode="auto">
          <a:xfrm>
            <a:off x="5957771" y="4842754"/>
            <a:ext cx="473169" cy="285023"/>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s-419" sz="1800" b="1" i="0" u="none" strike="noStrike" kern="1200" cap="none" spc="0" normalizeH="0" baseline="0" noProof="0">
              <a:ln>
                <a:noFill/>
              </a:ln>
              <a:solidFill>
                <a:srgbClr val="000000"/>
              </a:solidFill>
              <a:effectLst/>
              <a:uLnTx/>
              <a:uFillTx/>
              <a:latin typeface="Arial" charset="0"/>
              <a:ea typeface="+mn-ea"/>
              <a:cs typeface="+mn-cs"/>
            </a:endParaRPr>
          </a:p>
        </p:txBody>
      </p:sp>
      <p:sp>
        <p:nvSpPr>
          <p:cNvPr id="47" name="CuadroTexto 46">
            <a:extLst>
              <a:ext uri="{FF2B5EF4-FFF2-40B4-BE49-F238E27FC236}">
                <a16:creationId xmlns:a16="http://schemas.microsoft.com/office/drawing/2014/main" id="{27FFD35D-022F-4C4B-86EC-9EF4DB0B42A6}"/>
              </a:ext>
            </a:extLst>
          </p:cNvPr>
          <p:cNvSpPr txBox="1"/>
          <p:nvPr/>
        </p:nvSpPr>
        <p:spPr>
          <a:xfrm>
            <a:off x="437900" y="1665630"/>
            <a:ext cx="4993346"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000000"/>
                </a:solidFill>
                <a:effectLst/>
                <a:uLnTx/>
                <a:uFillTx/>
                <a:latin typeface="Arial" charset="0"/>
                <a:ea typeface="+mn-ea"/>
                <a:cs typeface="+mn-cs"/>
              </a:rPr>
              <a:t>Échales un espacio de interlineado porfa </a:t>
            </a:r>
          </a:p>
        </p:txBody>
      </p:sp>
      <p:sp>
        <p:nvSpPr>
          <p:cNvPr id="49" name="CuadroTexto 48">
            <a:extLst>
              <a:ext uri="{FF2B5EF4-FFF2-40B4-BE49-F238E27FC236}">
                <a16:creationId xmlns:a16="http://schemas.microsoft.com/office/drawing/2014/main" id="{E2B03CE5-1820-43AD-8F65-A34251EC4311}"/>
              </a:ext>
            </a:extLst>
          </p:cNvPr>
          <p:cNvSpPr txBox="1"/>
          <p:nvPr/>
        </p:nvSpPr>
        <p:spPr>
          <a:xfrm>
            <a:off x="5671856" y="2038733"/>
            <a:ext cx="5186643"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000000"/>
                </a:solidFill>
                <a:effectLst/>
                <a:uLnTx/>
                <a:uFillTx/>
                <a:latin typeface="Arial" charset="0"/>
                <a:ea typeface="+mn-ea"/>
                <a:cs typeface="+mn-cs"/>
              </a:rPr>
              <a:t>Que el semicírculo cierre con la línea de E - O </a:t>
            </a:r>
          </a:p>
        </p:txBody>
      </p:sp>
      <p:cxnSp>
        <p:nvCxnSpPr>
          <p:cNvPr id="51" name="Conector recto de flecha 50">
            <a:extLst>
              <a:ext uri="{FF2B5EF4-FFF2-40B4-BE49-F238E27FC236}">
                <a16:creationId xmlns:a16="http://schemas.microsoft.com/office/drawing/2014/main" id="{42041C06-C985-47DE-ABBC-0C0D1A2CEF62}"/>
              </a:ext>
            </a:extLst>
          </p:cNvPr>
          <p:cNvCxnSpPr>
            <a:cxnSpLocks/>
          </p:cNvCxnSpPr>
          <p:nvPr/>
        </p:nvCxnSpPr>
        <p:spPr bwMode="auto">
          <a:xfrm flipV="1">
            <a:off x="1042011" y="2110853"/>
            <a:ext cx="120039" cy="2449096"/>
          </a:xfrm>
          <a:prstGeom prst="straightConnector1">
            <a:avLst/>
          </a:prstGeom>
          <a:solidFill>
            <a:schemeClr val="accent1"/>
          </a:solidFill>
          <a:ln w="19050" cap="flat" cmpd="sng" algn="ctr">
            <a:solidFill>
              <a:srgbClr val="FF0000"/>
            </a:solidFill>
            <a:prstDash val="solid"/>
            <a:round/>
            <a:headEnd type="none" w="med" len="med"/>
            <a:tailEnd type="triangle"/>
          </a:ln>
          <a:effectLst/>
        </p:spPr>
      </p:cxnSp>
      <p:cxnSp>
        <p:nvCxnSpPr>
          <p:cNvPr id="53" name="Conector recto de flecha 52">
            <a:extLst>
              <a:ext uri="{FF2B5EF4-FFF2-40B4-BE49-F238E27FC236}">
                <a16:creationId xmlns:a16="http://schemas.microsoft.com/office/drawing/2014/main" id="{0CC4E951-14C9-4631-83D2-E73461DD8D18}"/>
              </a:ext>
            </a:extLst>
          </p:cNvPr>
          <p:cNvCxnSpPr>
            <a:cxnSpLocks/>
          </p:cNvCxnSpPr>
          <p:nvPr/>
        </p:nvCxnSpPr>
        <p:spPr bwMode="auto">
          <a:xfrm flipH="1" flipV="1">
            <a:off x="3834213" y="2084415"/>
            <a:ext cx="4858820" cy="1690649"/>
          </a:xfrm>
          <a:prstGeom prst="straightConnector1">
            <a:avLst/>
          </a:prstGeom>
          <a:solidFill>
            <a:schemeClr val="accent1"/>
          </a:solidFill>
          <a:ln w="19050" cap="flat" cmpd="sng" algn="ctr">
            <a:solidFill>
              <a:srgbClr val="FF0000"/>
            </a:solidFill>
            <a:prstDash val="solid"/>
            <a:round/>
            <a:headEnd type="none" w="med" len="med"/>
            <a:tailEnd type="triangle"/>
          </a:ln>
          <a:effectLst/>
        </p:spPr>
      </p:cxnSp>
      <p:cxnSp>
        <p:nvCxnSpPr>
          <p:cNvPr id="54" name="Conector recto de flecha 53">
            <a:extLst>
              <a:ext uri="{FF2B5EF4-FFF2-40B4-BE49-F238E27FC236}">
                <a16:creationId xmlns:a16="http://schemas.microsoft.com/office/drawing/2014/main" id="{6D8B44B3-9E72-4D15-BCB0-B0DAC2955595}"/>
              </a:ext>
            </a:extLst>
          </p:cNvPr>
          <p:cNvCxnSpPr>
            <a:cxnSpLocks/>
          </p:cNvCxnSpPr>
          <p:nvPr/>
        </p:nvCxnSpPr>
        <p:spPr bwMode="auto">
          <a:xfrm flipV="1">
            <a:off x="1489566" y="2044060"/>
            <a:ext cx="434100" cy="1512391"/>
          </a:xfrm>
          <a:prstGeom prst="straightConnector1">
            <a:avLst/>
          </a:prstGeom>
          <a:solidFill>
            <a:schemeClr val="accent1"/>
          </a:solidFill>
          <a:ln w="19050" cap="flat" cmpd="sng" algn="ctr">
            <a:solidFill>
              <a:srgbClr val="FF0000"/>
            </a:solidFill>
            <a:prstDash val="solid"/>
            <a:round/>
            <a:headEnd type="none" w="med" len="med"/>
            <a:tailEnd type="triangle"/>
          </a:ln>
          <a:effectLst/>
        </p:spPr>
      </p:cxnSp>
      <p:sp>
        <p:nvSpPr>
          <p:cNvPr id="57" name="Elipse 56">
            <a:extLst>
              <a:ext uri="{FF2B5EF4-FFF2-40B4-BE49-F238E27FC236}">
                <a16:creationId xmlns:a16="http://schemas.microsoft.com/office/drawing/2014/main" id="{CE63F56C-2BB2-44BC-873F-B7F80139BDE0}"/>
              </a:ext>
            </a:extLst>
          </p:cNvPr>
          <p:cNvSpPr/>
          <p:nvPr/>
        </p:nvSpPr>
        <p:spPr bwMode="auto">
          <a:xfrm>
            <a:off x="5322092" y="3517978"/>
            <a:ext cx="473169" cy="285023"/>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s-419" sz="1800" b="1" i="0" u="none" strike="noStrike" kern="1200" cap="none" spc="0" normalizeH="0" baseline="0" noProof="0">
              <a:ln>
                <a:noFill/>
              </a:ln>
              <a:solidFill>
                <a:srgbClr val="000000"/>
              </a:solidFill>
              <a:effectLst/>
              <a:uLnTx/>
              <a:uFillTx/>
              <a:latin typeface="Arial" charset="0"/>
              <a:ea typeface="+mn-ea"/>
              <a:cs typeface="+mn-cs"/>
            </a:endParaRPr>
          </a:p>
        </p:txBody>
      </p:sp>
      <p:sp>
        <p:nvSpPr>
          <p:cNvPr id="58" name="Elipse 57">
            <a:extLst>
              <a:ext uri="{FF2B5EF4-FFF2-40B4-BE49-F238E27FC236}">
                <a16:creationId xmlns:a16="http://schemas.microsoft.com/office/drawing/2014/main" id="{75D721C8-15A3-4B5C-BE3E-CF1BF4E7BE65}"/>
              </a:ext>
            </a:extLst>
          </p:cNvPr>
          <p:cNvSpPr/>
          <p:nvPr/>
        </p:nvSpPr>
        <p:spPr bwMode="auto">
          <a:xfrm>
            <a:off x="4578727" y="4493190"/>
            <a:ext cx="473169" cy="285023"/>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s-419" sz="1800" b="1" i="0" u="none" strike="noStrike" kern="1200" cap="none" spc="0" normalizeH="0" baseline="0" noProof="0">
              <a:ln>
                <a:noFill/>
              </a:ln>
              <a:solidFill>
                <a:srgbClr val="000000"/>
              </a:solidFill>
              <a:effectLst/>
              <a:uLnTx/>
              <a:uFillTx/>
              <a:latin typeface="Arial" charset="0"/>
              <a:ea typeface="+mn-ea"/>
              <a:cs typeface="+mn-cs"/>
            </a:endParaRPr>
          </a:p>
        </p:txBody>
      </p:sp>
      <p:cxnSp>
        <p:nvCxnSpPr>
          <p:cNvPr id="59" name="Conector recto de flecha 58">
            <a:extLst>
              <a:ext uri="{FF2B5EF4-FFF2-40B4-BE49-F238E27FC236}">
                <a16:creationId xmlns:a16="http://schemas.microsoft.com/office/drawing/2014/main" id="{44582BF2-79A3-4F7F-8F7C-7B571D63FBE4}"/>
              </a:ext>
            </a:extLst>
          </p:cNvPr>
          <p:cNvCxnSpPr>
            <a:cxnSpLocks/>
            <a:stCxn id="57" idx="1"/>
          </p:cNvCxnSpPr>
          <p:nvPr/>
        </p:nvCxnSpPr>
        <p:spPr bwMode="auto">
          <a:xfrm flipH="1" flipV="1">
            <a:off x="3204696" y="2036913"/>
            <a:ext cx="2186690" cy="1522806"/>
          </a:xfrm>
          <a:prstGeom prst="straightConnector1">
            <a:avLst/>
          </a:prstGeom>
          <a:solidFill>
            <a:schemeClr val="accent1"/>
          </a:solidFill>
          <a:ln w="19050" cap="flat" cmpd="sng" algn="ctr">
            <a:solidFill>
              <a:srgbClr val="FF0000"/>
            </a:solidFill>
            <a:prstDash val="solid"/>
            <a:round/>
            <a:headEnd type="none" w="med" len="med"/>
            <a:tailEnd type="triangle"/>
          </a:ln>
          <a:effectLst/>
        </p:spPr>
      </p:cxnSp>
      <p:cxnSp>
        <p:nvCxnSpPr>
          <p:cNvPr id="60" name="Conector recto de flecha 59">
            <a:extLst>
              <a:ext uri="{FF2B5EF4-FFF2-40B4-BE49-F238E27FC236}">
                <a16:creationId xmlns:a16="http://schemas.microsoft.com/office/drawing/2014/main" id="{8B1262A4-CA58-4E82-BA4A-3491B70D27D3}"/>
              </a:ext>
            </a:extLst>
          </p:cNvPr>
          <p:cNvCxnSpPr>
            <a:cxnSpLocks/>
            <a:stCxn id="58" idx="1"/>
          </p:cNvCxnSpPr>
          <p:nvPr/>
        </p:nvCxnSpPr>
        <p:spPr bwMode="auto">
          <a:xfrm flipH="1" flipV="1">
            <a:off x="2688377" y="2065727"/>
            <a:ext cx="1959644" cy="2469204"/>
          </a:xfrm>
          <a:prstGeom prst="straightConnector1">
            <a:avLst/>
          </a:prstGeom>
          <a:solidFill>
            <a:schemeClr val="accent1"/>
          </a:solidFill>
          <a:ln w="19050" cap="flat" cmpd="sng" algn="ctr">
            <a:solidFill>
              <a:srgbClr val="FF0000"/>
            </a:solidFill>
            <a:prstDash val="solid"/>
            <a:round/>
            <a:headEnd type="none" w="med" len="med"/>
            <a:tailEnd type="triangle"/>
          </a:ln>
          <a:effectLst/>
        </p:spPr>
      </p:cxnSp>
      <p:cxnSp>
        <p:nvCxnSpPr>
          <p:cNvPr id="63" name="Conector recto de flecha 62">
            <a:extLst>
              <a:ext uri="{FF2B5EF4-FFF2-40B4-BE49-F238E27FC236}">
                <a16:creationId xmlns:a16="http://schemas.microsoft.com/office/drawing/2014/main" id="{601F253F-E2AD-4163-902B-24C35428B431}"/>
              </a:ext>
            </a:extLst>
          </p:cNvPr>
          <p:cNvCxnSpPr>
            <a:cxnSpLocks/>
          </p:cNvCxnSpPr>
          <p:nvPr/>
        </p:nvCxnSpPr>
        <p:spPr bwMode="auto">
          <a:xfrm flipV="1">
            <a:off x="6239432" y="2381116"/>
            <a:ext cx="1685960" cy="2500496"/>
          </a:xfrm>
          <a:prstGeom prst="straightConnector1">
            <a:avLst/>
          </a:prstGeom>
          <a:solidFill>
            <a:schemeClr val="accent1"/>
          </a:solidFill>
          <a:ln w="19050" cap="flat" cmpd="sng" algn="ctr">
            <a:solidFill>
              <a:srgbClr val="FF0000"/>
            </a:solidFill>
            <a:prstDash val="solid"/>
            <a:round/>
            <a:headEnd type="none" w="med" len="med"/>
            <a:tailEnd type="triangle"/>
          </a:ln>
          <a:effectLst/>
        </p:spPr>
      </p:cxnSp>
      <p:sp>
        <p:nvSpPr>
          <p:cNvPr id="48" name="CuadroTexto 47">
            <a:extLst>
              <a:ext uri="{FF2B5EF4-FFF2-40B4-BE49-F238E27FC236}">
                <a16:creationId xmlns:a16="http://schemas.microsoft.com/office/drawing/2014/main" id="{30A0B730-1AC9-47DE-A7F3-02046B7F84DE}"/>
              </a:ext>
            </a:extLst>
          </p:cNvPr>
          <p:cNvSpPr txBox="1"/>
          <p:nvPr/>
        </p:nvSpPr>
        <p:spPr>
          <a:xfrm>
            <a:off x="2844739" y="4742105"/>
            <a:ext cx="265352"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419" sz="1800" b="1" i="0" u="none" strike="noStrike" kern="1200" cap="none" spc="0" normalizeH="0" baseline="0" noProof="0" dirty="0">
                <a:ln>
                  <a:noFill/>
                </a:ln>
                <a:solidFill>
                  <a:srgbClr val="000000"/>
                </a:solidFill>
                <a:effectLst/>
                <a:uLnTx/>
                <a:uFillTx/>
                <a:latin typeface="Arial" charset="0"/>
                <a:ea typeface="+mn-ea"/>
                <a:cs typeface="+mn-cs"/>
              </a:rPr>
              <a:t>X</a:t>
            </a:r>
          </a:p>
        </p:txBody>
      </p:sp>
      <p:sp>
        <p:nvSpPr>
          <p:cNvPr id="50" name="Elipse 49">
            <a:extLst>
              <a:ext uri="{FF2B5EF4-FFF2-40B4-BE49-F238E27FC236}">
                <a16:creationId xmlns:a16="http://schemas.microsoft.com/office/drawing/2014/main" id="{9A601124-AC1E-4C19-B1EF-9894B7194AD9}"/>
              </a:ext>
            </a:extLst>
          </p:cNvPr>
          <p:cNvSpPr/>
          <p:nvPr/>
        </p:nvSpPr>
        <p:spPr bwMode="auto">
          <a:xfrm>
            <a:off x="2836145" y="4792457"/>
            <a:ext cx="473169" cy="285023"/>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s-419" sz="1800" b="1" i="0" u="none" strike="noStrike" kern="1200" cap="none" spc="0" normalizeH="0" baseline="0" noProof="0">
              <a:ln>
                <a:noFill/>
              </a:ln>
              <a:solidFill>
                <a:srgbClr val="000000"/>
              </a:solidFill>
              <a:effectLst/>
              <a:uLnTx/>
              <a:uFillTx/>
              <a:latin typeface="Arial" charset="0"/>
              <a:ea typeface="+mn-ea"/>
              <a:cs typeface="+mn-cs"/>
            </a:endParaRPr>
          </a:p>
        </p:txBody>
      </p:sp>
      <p:sp>
        <p:nvSpPr>
          <p:cNvPr id="52" name="CuadroTexto 51">
            <a:extLst>
              <a:ext uri="{FF2B5EF4-FFF2-40B4-BE49-F238E27FC236}">
                <a16:creationId xmlns:a16="http://schemas.microsoft.com/office/drawing/2014/main" id="{7A8F27C5-4821-4E32-BE84-F777F2EEFE5A}"/>
              </a:ext>
            </a:extLst>
          </p:cNvPr>
          <p:cNvSpPr txBox="1"/>
          <p:nvPr/>
        </p:nvSpPr>
        <p:spPr>
          <a:xfrm>
            <a:off x="5150355" y="1143344"/>
            <a:ext cx="6425118" cy="646331"/>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s-419" b="1" dirty="0">
                <a:solidFill>
                  <a:srgbClr val="000000"/>
                </a:solidFill>
                <a:latin typeface="Arial" charset="0"/>
              </a:rPr>
              <a:t>Elimina toda esta línea azul porfa, la que va desde el punto C al diámetro del circulo</a:t>
            </a:r>
            <a:r>
              <a:rPr kumimoji="0" lang="es-419" sz="1800" b="1" i="0" u="none" strike="noStrike" kern="1200" cap="none" spc="0" normalizeH="0" baseline="0" noProof="0" dirty="0">
                <a:ln>
                  <a:noFill/>
                </a:ln>
                <a:solidFill>
                  <a:srgbClr val="000000"/>
                </a:solidFill>
                <a:effectLst/>
                <a:uLnTx/>
                <a:uFillTx/>
                <a:latin typeface="Arial" charset="0"/>
                <a:ea typeface="+mn-ea"/>
                <a:cs typeface="+mn-cs"/>
              </a:rPr>
              <a:t> </a:t>
            </a:r>
          </a:p>
        </p:txBody>
      </p:sp>
      <p:cxnSp>
        <p:nvCxnSpPr>
          <p:cNvPr id="55" name="Conector recto de flecha 54">
            <a:extLst>
              <a:ext uri="{FF2B5EF4-FFF2-40B4-BE49-F238E27FC236}">
                <a16:creationId xmlns:a16="http://schemas.microsoft.com/office/drawing/2014/main" id="{51D04284-D021-40E7-9C25-F049A5B89517}"/>
              </a:ext>
            </a:extLst>
          </p:cNvPr>
          <p:cNvCxnSpPr>
            <a:cxnSpLocks/>
            <a:stCxn id="50" idx="4"/>
          </p:cNvCxnSpPr>
          <p:nvPr/>
        </p:nvCxnSpPr>
        <p:spPr bwMode="auto">
          <a:xfrm flipV="1">
            <a:off x="3072730" y="1749231"/>
            <a:ext cx="2685818" cy="3328249"/>
          </a:xfrm>
          <a:prstGeom prst="straightConnector1">
            <a:avLst/>
          </a:prstGeom>
          <a:solidFill>
            <a:schemeClr val="accent1"/>
          </a:solidFill>
          <a:ln w="19050" cap="flat" cmpd="sng" algn="ctr">
            <a:solidFill>
              <a:srgbClr val="FF0000"/>
            </a:solidFill>
            <a:prstDash val="solid"/>
            <a:round/>
            <a:headEnd type="none" w="med" len="med"/>
            <a:tailEnd type="triangle"/>
          </a:ln>
          <a:effectLst/>
        </p:spPr>
      </p:cxnSp>
    </p:spTree>
    <p:extLst>
      <p:ext uri="{BB962C8B-B14F-4D97-AF65-F5344CB8AC3E}">
        <p14:creationId xmlns:p14="http://schemas.microsoft.com/office/powerpoint/2010/main" val="2198276147"/>
      </p:ext>
    </p:extLst>
  </p:cSld>
  <p:clrMapOvr>
    <a:masterClrMapping/>
  </p:clrMapOvr>
  <p:transition/>
</p:sld>
</file>

<file path=ppt/theme/theme1.xml><?xml version="1.0" encoding="utf-8"?>
<a:theme xmlns:a="http://schemas.openxmlformats.org/drawingml/2006/main" name="Default Design">
  <a:themeElements>
    <a:clrScheme name="">
      <a:dk1>
        <a:srgbClr val="000000"/>
      </a:dk1>
      <a:lt1>
        <a:srgbClr val="FFFFFF"/>
      </a:lt1>
      <a:dk2>
        <a:srgbClr val="000000"/>
      </a:dk2>
      <a:lt2>
        <a:srgbClr val="808080"/>
      </a:lt2>
      <a:accent1>
        <a:srgbClr val="B0BFAE"/>
      </a:accent1>
      <a:accent2>
        <a:srgbClr val="B61131"/>
      </a:accent2>
      <a:accent3>
        <a:srgbClr val="FFFFFF"/>
      </a:accent3>
      <a:accent4>
        <a:srgbClr val="000000"/>
      </a:accent4>
      <a:accent5>
        <a:srgbClr val="D4DCD3"/>
      </a:accent5>
      <a:accent6>
        <a:srgbClr val="A50E2B"/>
      </a:accent6>
      <a:hlink>
        <a:srgbClr val="376556"/>
      </a:hlink>
      <a:folHlink>
        <a:srgbClr val="660066"/>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otalTime>5569</TotalTime>
  <Words>292</Words>
  <Application>Microsoft Office PowerPoint</Application>
  <PresentationFormat>Panorámica</PresentationFormat>
  <Paragraphs>67</Paragraphs>
  <Slides>3</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3</vt:i4>
      </vt:variant>
    </vt:vector>
  </HeadingPairs>
  <TitlesOfParts>
    <vt:vector size="9" baseType="lpstr">
      <vt:lpstr>Arial</vt:lpstr>
      <vt:lpstr>Cambria</vt:lpstr>
      <vt:lpstr>Courier New</vt:lpstr>
      <vt:lpstr>Webdings</vt:lpstr>
      <vt:lpstr>Wingdings</vt:lpstr>
      <vt:lpstr>Default Design</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Jaime</dc:creator>
  <cp:lastModifiedBy>Jaime</cp:lastModifiedBy>
  <cp:revision>3</cp:revision>
  <dcterms:created xsi:type="dcterms:W3CDTF">2025-09-24T18:50:06Z</dcterms:created>
  <dcterms:modified xsi:type="dcterms:W3CDTF">2025-09-29T16:31:19Z</dcterms:modified>
</cp:coreProperties>
</file>
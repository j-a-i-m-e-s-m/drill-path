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sldIdLst>
    <p:sldId id="935" r:id="rId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 userDrawn="1"/>
        </p:nvSpPr>
        <p:spPr>
          <a:xfrm>
            <a:off x="0" y="6513721"/>
            <a:ext cx="1540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www.ttanis.com</a:t>
            </a:r>
          </a:p>
        </p:txBody>
      </p:sp>
      <p:sp>
        <p:nvSpPr>
          <p:cNvPr id="6" name="CuadroTexto 5"/>
          <p:cNvSpPr txBox="1"/>
          <p:nvPr userDrawn="1"/>
        </p:nvSpPr>
        <p:spPr>
          <a:xfrm>
            <a:off x="8705576" y="6550224"/>
            <a:ext cx="2614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david.velazquez@ttanis.com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99694FD-D037-1B07-9E98-F40D2E202B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3025" y="1722713"/>
            <a:ext cx="9825949" cy="341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56938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37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69337" y="3856730"/>
            <a:ext cx="11040000" cy="1868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ln>
                  <a:solidFill>
                    <a:srgbClr val="001A66"/>
                  </a:solidFill>
                </a:ln>
                <a:solidFill>
                  <a:srgbClr val="001A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uadroTexto 1"/>
          <p:cNvSpPr txBox="1"/>
          <p:nvPr userDrawn="1"/>
        </p:nvSpPr>
        <p:spPr>
          <a:xfrm>
            <a:off x="0" y="6538773"/>
            <a:ext cx="1540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www.ttanis.com</a:t>
            </a:r>
          </a:p>
        </p:txBody>
      </p:sp>
      <p:sp>
        <p:nvSpPr>
          <p:cNvPr id="8" name="CuadroTexto 7"/>
          <p:cNvSpPr txBox="1"/>
          <p:nvPr userDrawn="1"/>
        </p:nvSpPr>
        <p:spPr>
          <a:xfrm>
            <a:off x="8705576" y="6513720"/>
            <a:ext cx="2614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david.velazquez@ttanis.com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62E650F-00F2-CD83-03FA-EA75695523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5610" y="1046236"/>
            <a:ext cx="6860780" cy="238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5749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37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85380" y="3016332"/>
            <a:ext cx="11040000" cy="1440000"/>
          </a:xfrm>
          <a:prstGeom prst="rect">
            <a:avLst/>
          </a:prstGeom>
        </p:spPr>
        <p:txBody>
          <a:bodyPr anchor="ctr"/>
          <a:lstStyle>
            <a:lvl1pPr algn="ctr">
              <a:defRPr b="1">
                <a:solidFill>
                  <a:srgbClr val="001A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82188" y="4858879"/>
            <a:ext cx="11040000" cy="1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CuadroTexto 1"/>
          <p:cNvSpPr txBox="1"/>
          <p:nvPr userDrawn="1"/>
        </p:nvSpPr>
        <p:spPr>
          <a:xfrm>
            <a:off x="0" y="6538773"/>
            <a:ext cx="1540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www.ttanis.com</a:t>
            </a:r>
          </a:p>
        </p:txBody>
      </p:sp>
      <p:sp>
        <p:nvSpPr>
          <p:cNvPr id="8" name="CuadroTexto 7"/>
          <p:cNvSpPr txBox="1"/>
          <p:nvPr userDrawn="1"/>
        </p:nvSpPr>
        <p:spPr>
          <a:xfrm>
            <a:off x="8705576" y="6513720"/>
            <a:ext cx="2614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david.velazquez@ttanis.com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5CA2F2-74C7-C625-C5B8-475D07A646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74990" y="379121"/>
            <a:ext cx="6860780" cy="238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6319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69337" y="3631262"/>
            <a:ext cx="11040000" cy="1868877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4000" b="1">
                <a:solidFill>
                  <a:srgbClr val="000066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E01549D-99EB-800B-2091-A0783D82EF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050" t="10036" r="12007" b="10108"/>
          <a:stretch/>
        </p:blipFill>
        <p:spPr>
          <a:xfrm>
            <a:off x="4825705" y="555210"/>
            <a:ext cx="2540590" cy="267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40102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 Marcador de texto"/>
          <p:cNvSpPr>
            <a:spLocks noGrp="1"/>
          </p:cNvSpPr>
          <p:nvPr>
            <p:ph type="body" sz="half" idx="1"/>
          </p:nvPr>
        </p:nvSpPr>
        <p:spPr>
          <a:xfrm>
            <a:off x="331335" y="3176337"/>
            <a:ext cx="11520000" cy="338446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/>
            </a:lvl1pPr>
            <a:lvl2pPr marL="457200" indent="0">
              <a:buFontTx/>
              <a:buNone/>
              <a:defRPr sz="24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7CA3436-9378-720B-C7B2-AAE828C236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0945" y="379121"/>
            <a:ext cx="6860780" cy="238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7684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72525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AA34F-3671-45B3-A8A0-4036F469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69438E-B290-4334-B492-E5BEACCF4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94981D-BE16-44B8-9496-A8ADCF47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24/9/2025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B1965-A14E-47D3-93C9-6BE24338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14D155-802B-4492-966F-26C72C44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19468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31555-F1C0-470E-94F3-EAB569CBC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A13912-ADF3-49FE-A747-A63868898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7CE195-AF23-40D3-971B-F0B99EA5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A53C17-4F2D-4F73-9A9F-B0482B31BB62}" type="datetimeFigureOut">
              <a:rPr kumimoji="0" lang="es-419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24/9/2025</a:t>
            </a:fld>
            <a:endParaRPr kumimoji="0" lang="es-419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1E315A-235F-47CB-9B0F-D46A1D55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E48E32-3783-4316-9246-C2EB703A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BC754A-7DF7-432E-B680-18D09EBE8055}" type="slidenum">
              <a:rPr kumimoji="0" lang="es-419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419" sz="8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360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CB1CA-6D1A-4B84-B3B7-3F7C84B916DB}" type="slidenum">
              <a:rPr lang="es-MX" smtClean="0"/>
              <a:pPr/>
              <a:t>‹Nº›</a:t>
            </a:fld>
            <a:endParaRPr lang="es-MX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85383" y="152400"/>
            <a:ext cx="10272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6675" y="1270658"/>
            <a:ext cx="11520000" cy="52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127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CE37153-2C2E-4477-8438-C04E50EBF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835" y="2078720"/>
            <a:ext cx="3206930" cy="4351338"/>
          </a:xfr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68F6B048-2C10-4019-942D-DD68B70992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08" y="91620"/>
            <a:ext cx="4097534" cy="2304863"/>
          </a:xfrm>
          <a:prstGeom prst="rect">
            <a:avLst/>
          </a:prstGeom>
        </p:spPr>
      </p:pic>
      <p:sp>
        <p:nvSpPr>
          <p:cNvPr id="27" name="Título 3">
            <a:extLst>
              <a:ext uri="{FF2B5EF4-FFF2-40B4-BE49-F238E27FC236}">
                <a16:creationId xmlns:a16="http://schemas.microsoft.com/office/drawing/2014/main" id="{F53DB70A-E5AE-478C-9C47-58ACE324A956}"/>
              </a:ext>
            </a:extLst>
          </p:cNvPr>
          <p:cNvSpPr txBox="1">
            <a:spLocks/>
          </p:cNvSpPr>
          <p:nvPr/>
        </p:nvSpPr>
        <p:spPr bwMode="auto">
          <a:xfrm>
            <a:off x="3870413" y="609776"/>
            <a:ext cx="7717412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j-ea"/>
                <a:cs typeface="+mj-cs"/>
              </a:rPr>
              <a:t>DRILLING-PATH 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EDE8BDA6-9B93-4F7C-92C5-AD9190FD3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688" y="2287587"/>
            <a:ext cx="3189223" cy="4351338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64CDADAA-4451-49B4-87E6-C11E7B2A6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0834" y="2259012"/>
            <a:ext cx="3206929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8191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Montserrat</vt:lpstr>
      <vt:lpstr>Diseño personalizado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</dc:creator>
  <cp:lastModifiedBy>Jaime</cp:lastModifiedBy>
  <cp:revision>2</cp:revision>
  <dcterms:created xsi:type="dcterms:W3CDTF">2025-09-24T18:50:06Z</dcterms:created>
  <dcterms:modified xsi:type="dcterms:W3CDTF">2025-09-24T19:16:45Z</dcterms:modified>
</cp:coreProperties>
</file>